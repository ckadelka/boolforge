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65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55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176077-7511-DA4D-8290-77F28AB65BEC}" v="111" dt="2026-02-15T04:28:16.2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5"/>
    <p:restoredTop sz="94658"/>
  </p:normalViewPr>
  <p:slideViewPr>
    <p:cSldViewPr snapToGrid="0">
      <p:cViewPr>
        <p:scale>
          <a:sx n="95" d="100"/>
          <a:sy n="95" d="100"/>
        </p:scale>
        <p:origin x="45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delka, Claus [MATH]" userId="3587954921_tp_box_2" providerId="OAuth2" clId="{3A5D34D3-13CC-588F-87D8-4157F9E149E9}"/>
    <pc:docChg chg="undo custSel addSld modSld">
      <pc:chgData name="Kadelka, Claus [MATH]" userId="3587954921_tp_box_2" providerId="OAuth2" clId="{3A5D34D3-13CC-588F-87D8-4157F9E149E9}" dt="2026-02-15T04:29:40.342" v="3799" actId="1076"/>
      <pc:docMkLst>
        <pc:docMk/>
      </pc:docMkLst>
      <pc:sldChg chg="modSp mod">
        <pc:chgData name="Kadelka, Claus [MATH]" userId="3587954921_tp_box_2" providerId="OAuth2" clId="{3A5D34D3-13CC-588F-87D8-4157F9E149E9}" dt="2026-02-10T05:59:23.904" v="67"/>
        <pc:sldMkLst>
          <pc:docMk/>
          <pc:sldMk cId="3842302640" sldId="262"/>
        </pc:sldMkLst>
        <pc:spChg chg="mod">
          <ac:chgData name="Kadelka, Claus [MATH]" userId="3587954921_tp_box_2" providerId="OAuth2" clId="{3A5D34D3-13CC-588F-87D8-4157F9E149E9}" dt="2026-02-10T05:55:03.707" v="33" actId="20577"/>
          <ac:spMkLst>
            <pc:docMk/>
            <pc:sldMk cId="3842302640" sldId="262"/>
            <ac:spMk id="4" creationId="{1DAA9EE6-11C5-A0A4-93B4-2D2087196CC4}"/>
          </ac:spMkLst>
        </pc:spChg>
        <pc:spChg chg="mod">
          <ac:chgData name="Kadelka, Claus [MATH]" userId="3587954921_tp_box_2" providerId="OAuth2" clId="{3A5D34D3-13CC-588F-87D8-4157F9E149E9}" dt="2026-02-10T05:54:43.476" v="30" actId="20577"/>
          <ac:spMkLst>
            <pc:docMk/>
            <pc:sldMk cId="3842302640" sldId="262"/>
            <ac:spMk id="5" creationId="{AA2A4C3D-B737-AE2F-71F6-77FDC7733A53}"/>
          </ac:spMkLst>
        </pc:spChg>
        <pc:spChg chg="mod">
          <ac:chgData name="Kadelka, Claus [MATH]" userId="3587954921_tp_box_2" providerId="OAuth2" clId="{3A5D34D3-13CC-588F-87D8-4157F9E149E9}" dt="2026-02-10T05:59:23.904" v="67"/>
          <ac:spMkLst>
            <pc:docMk/>
            <pc:sldMk cId="3842302640" sldId="262"/>
            <ac:spMk id="6" creationId="{3F12174E-88D6-19D5-3E11-09A4E62118FD}"/>
          </ac:spMkLst>
        </pc:spChg>
        <pc:spChg chg="mod">
          <ac:chgData name="Kadelka, Claus [MATH]" userId="3587954921_tp_box_2" providerId="OAuth2" clId="{3A5D34D3-13CC-588F-87D8-4157F9E149E9}" dt="2026-02-10T05:55:28.436" v="38" actId="14100"/>
          <ac:spMkLst>
            <pc:docMk/>
            <pc:sldMk cId="3842302640" sldId="262"/>
            <ac:spMk id="7" creationId="{8E32BCFE-5A74-DD22-B5A0-DF806E4478F3}"/>
          </ac:spMkLst>
        </pc:spChg>
        <pc:spChg chg="mod">
          <ac:chgData name="Kadelka, Claus [MATH]" userId="3587954921_tp_box_2" providerId="OAuth2" clId="{3A5D34D3-13CC-588F-87D8-4157F9E149E9}" dt="2026-02-10T05:54:11.731" v="19" actId="20577"/>
          <ac:spMkLst>
            <pc:docMk/>
            <pc:sldMk cId="3842302640" sldId="262"/>
            <ac:spMk id="8" creationId="{82D1E615-0133-8E7A-494F-891A03D4F713}"/>
          </ac:spMkLst>
        </pc:spChg>
        <pc:spChg chg="mod">
          <ac:chgData name="Kadelka, Claus [MATH]" userId="3587954921_tp_box_2" providerId="OAuth2" clId="{3A5D34D3-13CC-588F-87D8-4157F9E149E9}" dt="2026-02-10T05:53:59.593" v="14" actId="20577"/>
          <ac:spMkLst>
            <pc:docMk/>
            <pc:sldMk cId="3842302640" sldId="262"/>
            <ac:spMk id="14" creationId="{64715B86-B7FF-611D-0EC6-4ACE7C5D2932}"/>
          </ac:spMkLst>
        </pc:spChg>
        <pc:spChg chg="mod">
          <ac:chgData name="Kadelka, Claus [MATH]" userId="3587954921_tp_box_2" providerId="OAuth2" clId="{3A5D34D3-13CC-588F-87D8-4157F9E149E9}" dt="2026-02-10T05:55:35.647" v="40" actId="14100"/>
          <ac:spMkLst>
            <pc:docMk/>
            <pc:sldMk cId="3842302640" sldId="262"/>
            <ac:spMk id="64" creationId="{C7F4E4D2-E099-F81C-A05E-4DDB135E817C}"/>
          </ac:spMkLst>
        </pc:spChg>
        <pc:cxnChg chg="mod">
          <ac:chgData name="Kadelka, Claus [MATH]" userId="3587954921_tp_box_2" providerId="OAuth2" clId="{3A5D34D3-13CC-588F-87D8-4157F9E149E9}" dt="2026-02-10T05:54:28.558" v="21" actId="20578"/>
          <ac:cxnSpMkLst>
            <pc:docMk/>
            <pc:sldMk cId="3842302640" sldId="262"/>
            <ac:cxnSpMk id="11" creationId="{06148DE3-88FE-2E45-57BC-6D81D3479281}"/>
          </ac:cxnSpMkLst>
        </pc:cxnChg>
        <pc:cxnChg chg="mod">
          <ac:chgData name="Kadelka, Claus [MATH]" userId="3587954921_tp_box_2" providerId="OAuth2" clId="{3A5D34D3-13CC-588F-87D8-4157F9E149E9}" dt="2026-02-10T05:55:28.436" v="38" actId="14100"/>
          <ac:cxnSpMkLst>
            <pc:docMk/>
            <pc:sldMk cId="3842302640" sldId="262"/>
            <ac:cxnSpMk id="22" creationId="{4943056B-8E7C-22AC-384B-F6BFEC18C1FA}"/>
          </ac:cxnSpMkLst>
        </pc:cxnChg>
        <pc:cxnChg chg="mod">
          <ac:chgData name="Kadelka, Claus [MATH]" userId="3587954921_tp_box_2" providerId="OAuth2" clId="{3A5D34D3-13CC-588F-87D8-4157F9E149E9}" dt="2026-02-10T05:59:23.904" v="67"/>
          <ac:cxnSpMkLst>
            <pc:docMk/>
            <pc:sldMk cId="3842302640" sldId="262"/>
            <ac:cxnSpMk id="25" creationId="{3800CD7F-F1D7-D141-A669-1C1E7121E604}"/>
          </ac:cxnSpMkLst>
        </pc:cxnChg>
        <pc:cxnChg chg="mod">
          <ac:chgData name="Kadelka, Claus [MATH]" userId="3587954921_tp_box_2" providerId="OAuth2" clId="{3A5D34D3-13CC-588F-87D8-4157F9E149E9}" dt="2026-02-10T05:54:28.558" v="21" actId="20578"/>
          <ac:cxnSpMkLst>
            <pc:docMk/>
            <pc:sldMk cId="3842302640" sldId="262"/>
            <ac:cxnSpMk id="30" creationId="{B4D7F1A8-D56F-696A-F251-AB5438B83349}"/>
          </ac:cxnSpMkLst>
        </pc:cxnChg>
      </pc:sldChg>
      <pc:sldChg chg="modSp add mod">
        <pc:chgData name="Kadelka, Claus [MATH]" userId="3587954921_tp_box_2" providerId="OAuth2" clId="{3A5D34D3-13CC-588F-87D8-4157F9E149E9}" dt="2026-02-13T15:57:59.965" v="545" actId="15"/>
        <pc:sldMkLst>
          <pc:docMk/>
          <pc:sldMk cId="3918560306" sldId="263"/>
        </pc:sldMkLst>
        <pc:spChg chg="mod">
          <ac:chgData name="Kadelka, Claus [MATH]" userId="3587954921_tp_box_2" providerId="OAuth2" clId="{3A5D34D3-13CC-588F-87D8-4157F9E149E9}" dt="2026-02-13T15:53:13.497" v="513" actId="20577"/>
          <ac:spMkLst>
            <pc:docMk/>
            <pc:sldMk cId="3918560306" sldId="263"/>
            <ac:spMk id="4" creationId="{BDC52EDB-2031-7665-3923-E5B5993B1B7A}"/>
          </ac:spMkLst>
        </pc:spChg>
        <pc:spChg chg="mod">
          <ac:chgData name="Kadelka, Claus [MATH]" userId="3587954921_tp_box_2" providerId="OAuth2" clId="{3A5D34D3-13CC-588F-87D8-4157F9E149E9}" dt="2026-02-13T15:52:19.945" v="477" actId="14100"/>
          <ac:spMkLst>
            <pc:docMk/>
            <pc:sldMk cId="3918560306" sldId="263"/>
            <ac:spMk id="5" creationId="{7B0391BC-A567-4AA6-B146-24F684DC7C4B}"/>
          </ac:spMkLst>
        </pc:spChg>
        <pc:spChg chg="mod">
          <ac:chgData name="Kadelka, Claus [MATH]" userId="3587954921_tp_box_2" providerId="OAuth2" clId="{3A5D34D3-13CC-588F-87D8-4157F9E149E9}" dt="2026-02-13T15:54:15.372" v="544" actId="20577"/>
          <ac:spMkLst>
            <pc:docMk/>
            <pc:sldMk cId="3918560306" sldId="263"/>
            <ac:spMk id="6" creationId="{785A3C15-DA6E-0030-3CA8-281CD248ECEE}"/>
          </ac:spMkLst>
        </pc:spChg>
        <pc:spChg chg="mod">
          <ac:chgData name="Kadelka, Claus [MATH]" userId="3587954921_tp_box_2" providerId="OAuth2" clId="{3A5D34D3-13CC-588F-87D8-4157F9E149E9}" dt="2026-02-13T15:57:59.965" v="545" actId="15"/>
          <ac:spMkLst>
            <pc:docMk/>
            <pc:sldMk cId="3918560306" sldId="263"/>
            <ac:spMk id="7" creationId="{5DCA17D7-E1C9-6887-5A39-5E13A8559D88}"/>
          </ac:spMkLst>
        </pc:spChg>
        <pc:spChg chg="mod">
          <ac:chgData name="Kadelka, Claus [MATH]" userId="3587954921_tp_box_2" providerId="OAuth2" clId="{3A5D34D3-13CC-588F-87D8-4157F9E149E9}" dt="2026-02-13T15:53:38.794" v="516" actId="1076"/>
          <ac:spMkLst>
            <pc:docMk/>
            <pc:sldMk cId="3918560306" sldId="263"/>
            <ac:spMk id="8" creationId="{92DE0923-6F4C-9C47-EB15-6B708E8D13B7}"/>
          </ac:spMkLst>
        </pc:spChg>
        <pc:cxnChg chg="mod">
          <ac:chgData name="Kadelka, Claus [MATH]" userId="3587954921_tp_box_2" providerId="OAuth2" clId="{3A5D34D3-13CC-588F-87D8-4157F9E149E9}" dt="2026-02-13T15:52:19.945" v="477" actId="14100"/>
          <ac:cxnSpMkLst>
            <pc:docMk/>
            <pc:sldMk cId="3918560306" sldId="263"/>
            <ac:cxnSpMk id="11" creationId="{AF089599-FBE1-9120-0B48-5B67E543806C}"/>
          </ac:cxnSpMkLst>
        </pc:cxnChg>
        <pc:cxnChg chg="mod">
          <ac:chgData name="Kadelka, Claus [MATH]" userId="3587954921_tp_box_2" providerId="OAuth2" clId="{3A5D34D3-13CC-588F-87D8-4157F9E149E9}" dt="2026-02-13T15:57:59.965" v="545" actId="15"/>
          <ac:cxnSpMkLst>
            <pc:docMk/>
            <pc:sldMk cId="3918560306" sldId="263"/>
            <ac:cxnSpMk id="22" creationId="{C92BEAD4-AB3F-F6AD-6CDA-BED74B79A387}"/>
          </ac:cxnSpMkLst>
        </pc:cxnChg>
        <pc:cxnChg chg="mod">
          <ac:chgData name="Kadelka, Claus [MATH]" userId="3587954921_tp_box_2" providerId="OAuth2" clId="{3A5D34D3-13CC-588F-87D8-4157F9E149E9}" dt="2026-02-13T15:54:06.473" v="539" actId="20577"/>
          <ac:cxnSpMkLst>
            <pc:docMk/>
            <pc:sldMk cId="3918560306" sldId="263"/>
            <ac:cxnSpMk id="25" creationId="{5EDDB56A-C114-C385-569F-409B01C198DC}"/>
          </ac:cxnSpMkLst>
        </pc:cxnChg>
        <pc:cxnChg chg="mod">
          <ac:chgData name="Kadelka, Claus [MATH]" userId="3587954921_tp_box_2" providerId="OAuth2" clId="{3A5D34D3-13CC-588F-87D8-4157F9E149E9}" dt="2026-02-13T15:52:14.586" v="476" actId="14100"/>
          <ac:cxnSpMkLst>
            <pc:docMk/>
            <pc:sldMk cId="3918560306" sldId="263"/>
            <ac:cxnSpMk id="27" creationId="{BBF53E0A-B02D-112A-A7D2-4396469776D2}"/>
          </ac:cxnSpMkLst>
        </pc:cxnChg>
        <pc:cxnChg chg="mod">
          <ac:chgData name="Kadelka, Claus [MATH]" userId="3587954921_tp_box_2" providerId="OAuth2" clId="{3A5D34D3-13CC-588F-87D8-4157F9E149E9}" dt="2026-02-13T15:52:19.945" v="477" actId="14100"/>
          <ac:cxnSpMkLst>
            <pc:docMk/>
            <pc:sldMk cId="3918560306" sldId="263"/>
            <ac:cxnSpMk id="30" creationId="{5B489A06-47F0-6FF0-18B3-04BCBBF9F369}"/>
          </ac:cxnSpMkLst>
        </pc:cxnChg>
      </pc:sldChg>
      <pc:sldChg chg="addSp delSp modSp add mod">
        <pc:chgData name="Kadelka, Claus [MATH]" userId="3587954921_tp_box_2" providerId="OAuth2" clId="{3A5D34D3-13CC-588F-87D8-4157F9E149E9}" dt="2026-02-14T04:26:58.922" v="2286" actId="1076"/>
        <pc:sldMkLst>
          <pc:docMk/>
          <pc:sldMk cId="1824653240" sldId="264"/>
        </pc:sldMkLst>
        <pc:spChg chg="add mod">
          <ac:chgData name="Kadelka, Claus [MATH]" userId="3587954921_tp_box_2" providerId="OAuth2" clId="{3A5D34D3-13CC-588F-87D8-4157F9E149E9}" dt="2026-02-14T04:23:23.725" v="2273" actId="1076"/>
          <ac:spMkLst>
            <pc:docMk/>
            <pc:sldMk cId="1824653240" sldId="264"/>
            <ac:spMk id="2" creationId="{BBEF3BA4-62FE-10A2-F798-432A682F68A0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3" creationId="{795B80F1-D9E0-8617-5C32-65544A6D8B73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4" creationId="{0369CE56-7B43-38DB-A4D7-2CC68BD4AF2F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5" creationId="{EDBEDA5E-92FC-4ED3-B196-392579CE3D88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6" creationId="{073F7244-04F4-800D-28DE-68B66325DF9D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7" creationId="{24FE043E-DFBC-160A-7040-D5B8CD3BEC3C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8" creationId="{BF352D68-4734-1AC7-EF41-5FF1ED52B734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9" creationId="{E2B8648D-EE53-7ABF-C3D6-83E81490D0DF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10" creationId="{3EDE5DB8-D1DE-5625-9952-54C8436DF443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14" creationId="{2C14E69B-95C9-B191-43C8-A733B2A30931}"/>
          </ac:spMkLst>
        </pc:spChg>
        <pc:spChg chg="add mod">
          <ac:chgData name="Kadelka, Claus [MATH]" userId="3587954921_tp_box_2" providerId="OAuth2" clId="{3A5D34D3-13CC-588F-87D8-4157F9E149E9}" dt="2026-02-14T04:26:58.922" v="2286" actId="1076"/>
          <ac:spMkLst>
            <pc:docMk/>
            <pc:sldMk cId="1824653240" sldId="264"/>
            <ac:spMk id="17" creationId="{A6DFA139-0033-1D87-5965-1612A7046E0A}"/>
          </ac:spMkLst>
        </pc:spChg>
        <pc:spChg chg="add mod">
          <ac:chgData name="Kadelka, Claus [MATH]" userId="3587954921_tp_box_2" providerId="OAuth2" clId="{3A5D34D3-13CC-588F-87D8-4157F9E149E9}" dt="2026-02-14T04:23:18.768" v="2271" actId="14100"/>
          <ac:spMkLst>
            <pc:docMk/>
            <pc:sldMk cId="1824653240" sldId="264"/>
            <ac:spMk id="18" creationId="{AAE02E2B-C70B-A642-1E2A-F43C49D2DC31}"/>
          </ac:spMkLst>
        </pc:spChg>
        <pc:spChg chg="add mod">
          <ac:chgData name="Kadelka, Claus [MATH]" userId="3587954921_tp_box_2" providerId="OAuth2" clId="{3A5D34D3-13CC-588F-87D8-4157F9E149E9}" dt="2026-02-14T04:23:21.530" v="2272" actId="1076"/>
          <ac:spMkLst>
            <pc:docMk/>
            <pc:sldMk cId="1824653240" sldId="264"/>
            <ac:spMk id="19" creationId="{B127E6E4-2E41-6DC0-D66A-4CF32E7E8EBA}"/>
          </ac:spMkLst>
        </pc:spChg>
        <pc:spChg chg="del">
          <ac:chgData name="Kadelka, Claus [MATH]" userId="3587954921_tp_box_2" providerId="OAuth2" clId="{3A5D34D3-13CC-588F-87D8-4157F9E149E9}" dt="2026-02-14T00:39:31.197" v="843" actId="478"/>
          <ac:spMkLst>
            <pc:docMk/>
            <pc:sldMk cId="1824653240" sldId="264"/>
            <ac:spMk id="64" creationId="{DAE05BDB-37EF-1776-CE64-E37C4D5AB336}"/>
          </ac:spMkLst>
        </pc:spChg>
        <pc:cxnChg chg="add mod">
          <ac:chgData name="Kadelka, Claus [MATH]" userId="3587954921_tp_box_2" providerId="OAuth2" clId="{3A5D34D3-13CC-588F-87D8-4157F9E149E9}" dt="2026-02-14T04:26:58.922" v="2286" actId="1076"/>
          <ac:cxnSpMkLst>
            <pc:docMk/>
            <pc:sldMk cId="1824653240" sldId="264"/>
            <ac:cxnSpMk id="20" creationId="{4BE494B3-1C38-AE25-9A12-52B1E330AB0A}"/>
          </ac:cxnSpMkLst>
        </pc:cxnChg>
        <pc:cxnChg chg="add mod">
          <ac:chgData name="Kadelka, Claus [MATH]" userId="3587954921_tp_box_2" providerId="OAuth2" clId="{3A5D34D3-13CC-588F-87D8-4157F9E149E9}" dt="2026-02-14T04:26:58.922" v="2286" actId="1076"/>
          <ac:cxnSpMkLst>
            <pc:docMk/>
            <pc:sldMk cId="1824653240" sldId="264"/>
            <ac:cxnSpMk id="24" creationId="{77604F8A-E310-3EFD-9412-5D29BE5284C8}"/>
          </ac:cxnSpMkLst>
        </pc:cxnChg>
        <pc:cxnChg chg="add mod">
          <ac:chgData name="Kadelka, Claus [MATH]" userId="3587954921_tp_box_2" providerId="OAuth2" clId="{3A5D34D3-13CC-588F-87D8-4157F9E149E9}" dt="2026-02-14T04:23:45.196" v="2282" actId="14100"/>
          <ac:cxnSpMkLst>
            <pc:docMk/>
            <pc:sldMk cId="1824653240" sldId="264"/>
            <ac:cxnSpMk id="29" creationId="{C14D94DD-3A07-3830-6ECC-67BD852BF7C0}"/>
          </ac:cxnSpMkLst>
        </pc:cxnChg>
      </pc:sldChg>
      <pc:sldChg chg="addSp delSp modSp add mod">
        <pc:chgData name="Kadelka, Claus [MATH]" userId="3587954921_tp_box_2" providerId="OAuth2" clId="{3A5D34D3-13CC-588F-87D8-4157F9E149E9}" dt="2026-02-14T00:54:45.748" v="1643" actId="1076"/>
        <pc:sldMkLst>
          <pc:docMk/>
          <pc:sldMk cId="401518677" sldId="265"/>
        </pc:sldMkLst>
        <pc:spChg chg="del">
          <ac:chgData name="Kadelka, Claus [MATH]" userId="3587954921_tp_box_2" providerId="OAuth2" clId="{3A5D34D3-13CC-588F-87D8-4157F9E149E9}" dt="2026-02-14T00:48:43.305" v="1147" actId="478"/>
          <ac:spMkLst>
            <pc:docMk/>
            <pc:sldMk cId="401518677" sldId="265"/>
            <ac:spMk id="2" creationId="{CC96EF0D-8062-09D2-6C46-15854902BB21}"/>
          </ac:spMkLst>
        </pc:spChg>
        <pc:spChg chg="add mod">
          <ac:chgData name="Kadelka, Claus [MATH]" userId="3587954921_tp_box_2" providerId="OAuth2" clId="{3A5D34D3-13CC-588F-87D8-4157F9E149E9}" dt="2026-02-14T00:49:24.445" v="1229" actId="20577"/>
          <ac:spMkLst>
            <pc:docMk/>
            <pc:sldMk cId="401518677" sldId="265"/>
            <ac:spMk id="3" creationId="{60F3A772-A2C7-01E5-95CF-B6FC792A1454}"/>
          </ac:spMkLst>
        </pc:spChg>
        <pc:spChg chg="add mod">
          <ac:chgData name="Kadelka, Claus [MATH]" userId="3587954921_tp_box_2" providerId="OAuth2" clId="{3A5D34D3-13CC-588F-87D8-4157F9E149E9}" dt="2026-02-14T00:50:00.489" v="1281" actId="1076"/>
          <ac:spMkLst>
            <pc:docMk/>
            <pc:sldMk cId="401518677" sldId="265"/>
            <ac:spMk id="4" creationId="{7FBAC9DB-401B-87D0-D304-E9CD4FFEA054}"/>
          </ac:spMkLst>
        </pc:spChg>
        <pc:spChg chg="add del mod">
          <ac:chgData name="Kadelka, Claus [MATH]" userId="3587954921_tp_box_2" providerId="OAuth2" clId="{3A5D34D3-13CC-588F-87D8-4157F9E149E9}" dt="2026-02-14T00:50:24.665" v="1367"/>
          <ac:spMkLst>
            <pc:docMk/>
            <pc:sldMk cId="401518677" sldId="265"/>
            <ac:spMk id="5" creationId="{A3A3B4C3-321A-E097-90F7-1534C82FFFBF}"/>
          </ac:spMkLst>
        </pc:spChg>
        <pc:spChg chg="add mod">
          <ac:chgData name="Kadelka, Claus [MATH]" userId="3587954921_tp_box_2" providerId="OAuth2" clId="{3A5D34D3-13CC-588F-87D8-4157F9E149E9}" dt="2026-02-14T00:54:45.748" v="1643" actId="1076"/>
          <ac:spMkLst>
            <pc:docMk/>
            <pc:sldMk cId="401518677" sldId="265"/>
            <ac:spMk id="6" creationId="{6E2F1E61-07CB-A9B6-192C-5D856BEB279B}"/>
          </ac:spMkLst>
        </pc:spChg>
        <pc:spChg chg="add mod">
          <ac:chgData name="Kadelka, Claus [MATH]" userId="3587954921_tp_box_2" providerId="OAuth2" clId="{3A5D34D3-13CC-588F-87D8-4157F9E149E9}" dt="2026-02-14T00:54:29.905" v="1642" actId="1076"/>
          <ac:spMkLst>
            <pc:docMk/>
            <pc:sldMk cId="401518677" sldId="265"/>
            <ac:spMk id="7" creationId="{B109F9C5-CD3C-6F8D-4102-05DBE9D49E80}"/>
          </ac:spMkLst>
        </pc:spChg>
        <pc:spChg chg="add mod">
          <ac:chgData name="Kadelka, Claus [MATH]" userId="3587954921_tp_box_2" providerId="OAuth2" clId="{3A5D34D3-13CC-588F-87D8-4157F9E149E9}" dt="2026-02-14T00:51:20.326" v="1559" actId="313"/>
          <ac:spMkLst>
            <pc:docMk/>
            <pc:sldMk cId="401518677" sldId="265"/>
            <ac:spMk id="8" creationId="{9D6A2D28-B59E-CB79-79A4-5C7011DBAB95}"/>
          </ac:spMkLst>
        </pc:spChg>
        <pc:spChg chg="add mod">
          <ac:chgData name="Kadelka, Claus [MATH]" userId="3587954921_tp_box_2" providerId="OAuth2" clId="{3A5D34D3-13CC-588F-87D8-4157F9E149E9}" dt="2026-02-14T00:53:36.040" v="1625" actId="20577"/>
          <ac:spMkLst>
            <pc:docMk/>
            <pc:sldMk cId="401518677" sldId="265"/>
            <ac:spMk id="9" creationId="{78D4F520-DE3C-2AC9-ED94-3684C37AF8C5}"/>
          </ac:spMkLst>
        </pc:spChg>
        <pc:spChg chg="del">
          <ac:chgData name="Kadelka, Claus [MATH]" userId="3587954921_tp_box_2" providerId="OAuth2" clId="{3A5D34D3-13CC-588F-87D8-4157F9E149E9}" dt="2026-02-14T00:48:43.305" v="1147" actId="478"/>
          <ac:spMkLst>
            <pc:docMk/>
            <pc:sldMk cId="401518677" sldId="265"/>
            <ac:spMk id="17" creationId="{7E5A23D6-23E8-F156-6427-CA580CFAE4AE}"/>
          </ac:spMkLst>
        </pc:spChg>
        <pc:spChg chg="del">
          <ac:chgData name="Kadelka, Claus [MATH]" userId="3587954921_tp_box_2" providerId="OAuth2" clId="{3A5D34D3-13CC-588F-87D8-4157F9E149E9}" dt="2026-02-14T00:48:43.305" v="1147" actId="478"/>
          <ac:spMkLst>
            <pc:docMk/>
            <pc:sldMk cId="401518677" sldId="265"/>
            <ac:spMk id="18" creationId="{3596E652-90A2-6331-A523-6D57A371B131}"/>
          </ac:spMkLst>
        </pc:spChg>
        <pc:spChg chg="del">
          <ac:chgData name="Kadelka, Claus [MATH]" userId="3587954921_tp_box_2" providerId="OAuth2" clId="{3A5D34D3-13CC-588F-87D8-4157F9E149E9}" dt="2026-02-14T00:48:43.305" v="1147" actId="478"/>
          <ac:spMkLst>
            <pc:docMk/>
            <pc:sldMk cId="401518677" sldId="265"/>
            <ac:spMk id="19" creationId="{E1EBFB5E-9B87-29E7-6C71-6FD35043B38C}"/>
          </ac:spMkLst>
        </pc:spChg>
      </pc:sldChg>
      <pc:sldChg chg="modSp add mod">
        <pc:chgData name="Kadelka, Claus [MATH]" userId="3587954921_tp_box_2" providerId="OAuth2" clId="{3A5D34D3-13CC-588F-87D8-4157F9E149E9}" dt="2026-02-14T04:51:37.615" v="2683" actId="114"/>
        <pc:sldMkLst>
          <pc:docMk/>
          <pc:sldMk cId="1259902216" sldId="266"/>
        </pc:sldMkLst>
        <pc:spChg chg="mod">
          <ac:chgData name="Kadelka, Claus [MATH]" userId="3587954921_tp_box_2" providerId="OAuth2" clId="{3A5D34D3-13CC-588F-87D8-4157F9E149E9}" dt="2026-02-14T04:49:35.384" v="2668" actId="14100"/>
          <ac:spMkLst>
            <pc:docMk/>
            <pc:sldMk cId="1259902216" sldId="266"/>
            <ac:spMk id="2" creationId="{36D0AC01-FE54-4085-1975-447DEA318C94}"/>
          </ac:spMkLst>
        </pc:spChg>
        <pc:spChg chg="mod">
          <ac:chgData name="Kadelka, Claus [MATH]" userId="3587954921_tp_box_2" providerId="OAuth2" clId="{3A5D34D3-13CC-588F-87D8-4157F9E149E9}" dt="2026-02-14T04:51:37.615" v="2683" actId="114"/>
          <ac:spMkLst>
            <pc:docMk/>
            <pc:sldMk cId="1259902216" sldId="266"/>
            <ac:spMk id="17" creationId="{DCE35789-5F2F-7726-7B85-FDB12FE10BE2}"/>
          </ac:spMkLst>
        </pc:spChg>
        <pc:spChg chg="mod">
          <ac:chgData name="Kadelka, Claus [MATH]" userId="3587954921_tp_box_2" providerId="OAuth2" clId="{3A5D34D3-13CC-588F-87D8-4157F9E149E9}" dt="2026-02-14T04:36:25.409" v="2549" actId="207"/>
          <ac:spMkLst>
            <pc:docMk/>
            <pc:sldMk cId="1259902216" sldId="266"/>
            <ac:spMk id="18" creationId="{FCE41792-2E31-D344-F837-D9E5F1917539}"/>
          </ac:spMkLst>
        </pc:spChg>
        <pc:spChg chg="mod">
          <ac:chgData name="Kadelka, Claus [MATH]" userId="3587954921_tp_box_2" providerId="OAuth2" clId="{3A5D34D3-13CC-588F-87D8-4157F9E149E9}" dt="2026-02-14T04:50:53.840" v="2676" actId="20577"/>
          <ac:spMkLst>
            <pc:docMk/>
            <pc:sldMk cId="1259902216" sldId="266"/>
            <ac:spMk id="19" creationId="{760B4262-C410-82C9-7060-8A4B80A5DCAD}"/>
          </ac:spMkLst>
        </pc:spChg>
        <pc:cxnChg chg="mod">
          <ac:chgData name="Kadelka, Claus [MATH]" userId="3587954921_tp_box_2" providerId="OAuth2" clId="{3A5D34D3-13CC-588F-87D8-4157F9E149E9}" dt="2026-02-14T04:49:35.384" v="2668" actId="14100"/>
          <ac:cxnSpMkLst>
            <pc:docMk/>
            <pc:sldMk cId="1259902216" sldId="266"/>
            <ac:cxnSpMk id="20" creationId="{D9E1893C-10B0-4EB4-271E-36DB21C0759D}"/>
          </ac:cxnSpMkLst>
        </pc:cxnChg>
        <pc:cxnChg chg="mod">
          <ac:chgData name="Kadelka, Claus [MATH]" userId="3587954921_tp_box_2" providerId="OAuth2" clId="{3A5D34D3-13CC-588F-87D8-4157F9E149E9}" dt="2026-02-14T04:32:01.687" v="2475" actId="14100"/>
          <ac:cxnSpMkLst>
            <pc:docMk/>
            <pc:sldMk cId="1259902216" sldId="266"/>
            <ac:cxnSpMk id="24" creationId="{9B758DCF-4FFB-E8A7-F4B1-F970AFEE391E}"/>
          </ac:cxnSpMkLst>
        </pc:cxnChg>
        <pc:cxnChg chg="mod">
          <ac:chgData name="Kadelka, Claus [MATH]" userId="3587954921_tp_box_2" providerId="OAuth2" clId="{3A5D34D3-13CC-588F-87D8-4157F9E149E9}" dt="2026-02-14T04:32:01.687" v="2475" actId="14100"/>
          <ac:cxnSpMkLst>
            <pc:docMk/>
            <pc:sldMk cId="1259902216" sldId="266"/>
            <ac:cxnSpMk id="29" creationId="{45BBD938-382A-FF54-6DE7-145EB8C52946}"/>
          </ac:cxnSpMkLst>
        </pc:cxnChg>
      </pc:sldChg>
      <pc:sldChg chg="addSp delSp modSp add mod">
        <pc:chgData name="Kadelka, Claus [MATH]" userId="3587954921_tp_box_2" providerId="OAuth2" clId="{3A5D34D3-13CC-588F-87D8-4157F9E149E9}" dt="2026-02-15T04:26:43.637" v="3767" actId="20577"/>
        <pc:sldMkLst>
          <pc:docMk/>
          <pc:sldMk cId="3969123646" sldId="267"/>
        </pc:sldMkLst>
        <pc:spChg chg="del mod">
          <ac:chgData name="Kadelka, Claus [MATH]" userId="3587954921_tp_box_2" providerId="OAuth2" clId="{3A5D34D3-13CC-588F-87D8-4157F9E149E9}" dt="2026-02-14T05:04:56.130" v="2691" actId="478"/>
          <ac:spMkLst>
            <pc:docMk/>
            <pc:sldMk cId="3969123646" sldId="267"/>
            <ac:spMk id="2" creationId="{8E7901C3-C151-22FF-9FFD-EB5613DD0D9F}"/>
          </ac:spMkLst>
        </pc:spChg>
        <pc:spChg chg="del mod">
          <ac:chgData name="Kadelka, Claus [MATH]" userId="3587954921_tp_box_2" providerId="OAuth2" clId="{3A5D34D3-13CC-588F-87D8-4157F9E149E9}" dt="2026-02-14T05:04:56.130" v="2691" actId="478"/>
          <ac:spMkLst>
            <pc:docMk/>
            <pc:sldMk cId="3969123646" sldId="267"/>
            <ac:spMk id="17" creationId="{8B284048-34B6-E4DE-CB92-0B6C6DECF9F4}"/>
          </ac:spMkLst>
        </pc:spChg>
        <pc:spChg chg="del mod">
          <ac:chgData name="Kadelka, Claus [MATH]" userId="3587954921_tp_box_2" providerId="OAuth2" clId="{3A5D34D3-13CC-588F-87D8-4157F9E149E9}" dt="2026-02-14T05:04:56.130" v="2691" actId="478"/>
          <ac:spMkLst>
            <pc:docMk/>
            <pc:sldMk cId="3969123646" sldId="267"/>
            <ac:spMk id="18" creationId="{47ED38E3-FAD9-7E8B-AFDC-916FEA9E4C2E}"/>
          </ac:spMkLst>
        </pc:spChg>
        <pc:spChg chg="del mod">
          <ac:chgData name="Kadelka, Claus [MATH]" userId="3587954921_tp_box_2" providerId="OAuth2" clId="{3A5D34D3-13CC-588F-87D8-4157F9E149E9}" dt="2026-02-14T05:04:56.130" v="2691" actId="478"/>
          <ac:spMkLst>
            <pc:docMk/>
            <pc:sldMk cId="3969123646" sldId="267"/>
            <ac:spMk id="19" creationId="{118FEB16-4D15-D57C-84DD-6AD0F1BAE153}"/>
          </ac:spMkLst>
        </pc:spChg>
        <pc:spChg chg="add mod">
          <ac:chgData name="Kadelka, Claus [MATH]" userId="3587954921_tp_box_2" providerId="OAuth2" clId="{3A5D34D3-13CC-588F-87D8-4157F9E149E9}" dt="2026-02-14T18:06:50.580" v="3136" actId="1036"/>
          <ac:spMkLst>
            <pc:docMk/>
            <pc:sldMk cId="3969123646" sldId="267"/>
            <ac:spMk id="36" creationId="{131ACEFB-B5E1-2746-DCB1-B4C31FDC71D8}"/>
          </ac:spMkLst>
        </pc:spChg>
        <pc:spChg chg="add mod">
          <ac:chgData name="Kadelka, Claus [MATH]" userId="3587954921_tp_box_2" providerId="OAuth2" clId="{3A5D34D3-13CC-588F-87D8-4157F9E149E9}" dt="2026-02-14T05:20:01.433" v="2933" actId="207"/>
          <ac:spMkLst>
            <pc:docMk/>
            <pc:sldMk cId="3969123646" sldId="267"/>
            <ac:spMk id="37" creationId="{B945F9C1-5CEF-3EFF-E473-8E8CCE8BBFBA}"/>
          </ac:spMkLst>
        </pc:spChg>
        <pc:spChg chg="add mod">
          <ac:chgData name="Kadelka, Claus [MATH]" userId="3587954921_tp_box_2" providerId="OAuth2" clId="{3A5D34D3-13CC-588F-87D8-4157F9E149E9}" dt="2026-02-14T06:43:18.645" v="3023" actId="1037"/>
          <ac:spMkLst>
            <pc:docMk/>
            <pc:sldMk cId="3969123646" sldId="267"/>
            <ac:spMk id="38" creationId="{68F4EB2E-74E3-76DC-FD09-BDF426F85D80}"/>
          </ac:spMkLst>
        </pc:spChg>
        <pc:spChg chg="add mod">
          <ac:chgData name="Kadelka, Claus [MATH]" userId="3587954921_tp_box_2" providerId="OAuth2" clId="{3A5D34D3-13CC-588F-87D8-4157F9E149E9}" dt="2026-02-15T04:26:31.705" v="3761" actId="20577"/>
          <ac:spMkLst>
            <pc:docMk/>
            <pc:sldMk cId="3969123646" sldId="267"/>
            <ac:spMk id="47" creationId="{F47B4280-0D5A-295A-B080-5052EB8749A3}"/>
          </ac:spMkLst>
        </pc:spChg>
        <pc:spChg chg="add del mod">
          <ac:chgData name="Kadelka, Claus [MATH]" userId="3587954921_tp_box_2" providerId="OAuth2" clId="{3A5D34D3-13CC-588F-87D8-4157F9E149E9}" dt="2026-02-14T06:43:15.954" v="3020"/>
          <ac:spMkLst>
            <pc:docMk/>
            <pc:sldMk cId="3969123646" sldId="267"/>
            <ac:spMk id="49" creationId="{AECBDF3B-6FB0-76B7-ABC0-2F16C009FE9E}"/>
          </ac:spMkLst>
        </pc:spChg>
        <pc:spChg chg="add del mod">
          <ac:chgData name="Kadelka, Claus [MATH]" userId="3587954921_tp_box_2" providerId="OAuth2" clId="{3A5D34D3-13CC-588F-87D8-4157F9E149E9}" dt="2026-02-14T06:43:45.033" v="3026" actId="478"/>
          <ac:spMkLst>
            <pc:docMk/>
            <pc:sldMk cId="3969123646" sldId="267"/>
            <ac:spMk id="50" creationId="{9655597D-DB31-4B0B-3D2E-A1F5F6543D09}"/>
          </ac:spMkLst>
        </pc:spChg>
        <pc:spChg chg="add mod">
          <ac:chgData name="Kadelka, Claus [MATH]" userId="3587954921_tp_box_2" providerId="OAuth2" clId="{3A5D34D3-13CC-588F-87D8-4157F9E149E9}" dt="2026-02-14T18:24:16.791" v="3432" actId="11530"/>
          <ac:spMkLst>
            <pc:docMk/>
            <pc:sldMk cId="3969123646" sldId="267"/>
            <ac:spMk id="51" creationId="{266DE118-998B-5FAA-4E26-07B60CD83234}"/>
          </ac:spMkLst>
        </pc:spChg>
        <pc:spChg chg="add mod">
          <ac:chgData name="Kadelka, Claus [MATH]" userId="3587954921_tp_box_2" providerId="OAuth2" clId="{3A5D34D3-13CC-588F-87D8-4157F9E149E9}" dt="2026-02-14T18:24:16.791" v="3432" actId="11530"/>
          <ac:spMkLst>
            <pc:docMk/>
            <pc:sldMk cId="3969123646" sldId="267"/>
            <ac:spMk id="52" creationId="{C5244DB0-CD46-E988-A775-889C8ECFF9EE}"/>
          </ac:spMkLst>
        </pc:spChg>
        <pc:spChg chg="add mod">
          <ac:chgData name="Kadelka, Claus [MATH]" userId="3587954921_tp_box_2" providerId="OAuth2" clId="{3A5D34D3-13CC-588F-87D8-4157F9E149E9}" dt="2026-02-14T18:24:16.791" v="3432" actId="11530"/>
          <ac:spMkLst>
            <pc:docMk/>
            <pc:sldMk cId="3969123646" sldId="267"/>
            <ac:spMk id="53" creationId="{AEB96B36-A652-B35B-F6A4-A225C3BEC564}"/>
          </ac:spMkLst>
        </pc:spChg>
        <pc:spChg chg="add mod">
          <ac:chgData name="Kadelka, Claus [MATH]" userId="3587954921_tp_box_2" providerId="OAuth2" clId="{3A5D34D3-13CC-588F-87D8-4157F9E149E9}" dt="2026-02-14T18:11:01.123" v="3219" actId="1035"/>
          <ac:spMkLst>
            <pc:docMk/>
            <pc:sldMk cId="3969123646" sldId="267"/>
            <ac:spMk id="54" creationId="{0A4274D3-4387-9EC2-E996-40E01D28DBEF}"/>
          </ac:spMkLst>
        </pc:spChg>
        <pc:spChg chg="add mod">
          <ac:chgData name="Kadelka, Claus [MATH]" userId="3587954921_tp_box_2" providerId="OAuth2" clId="{3A5D34D3-13CC-588F-87D8-4157F9E149E9}" dt="2026-02-14T18:11:01.123" v="3219" actId="1035"/>
          <ac:spMkLst>
            <pc:docMk/>
            <pc:sldMk cId="3969123646" sldId="267"/>
            <ac:spMk id="55" creationId="{F69C56C5-144C-FD08-DDF9-B0EA26B33740}"/>
          </ac:spMkLst>
        </pc:spChg>
        <pc:spChg chg="add mod">
          <ac:chgData name="Kadelka, Claus [MATH]" userId="3587954921_tp_box_2" providerId="OAuth2" clId="{3A5D34D3-13CC-588F-87D8-4157F9E149E9}" dt="2026-02-14T18:11:01.123" v="3219" actId="1035"/>
          <ac:spMkLst>
            <pc:docMk/>
            <pc:sldMk cId="3969123646" sldId="267"/>
            <ac:spMk id="56" creationId="{EAF82B84-58B5-FA6D-8D7C-E8E7C454C28D}"/>
          </ac:spMkLst>
        </pc:spChg>
        <pc:spChg chg="add mod">
          <ac:chgData name="Kadelka, Claus [MATH]" userId="3587954921_tp_box_2" providerId="OAuth2" clId="{3A5D34D3-13CC-588F-87D8-4157F9E149E9}" dt="2026-02-14T18:11:54.706" v="3264" actId="1038"/>
          <ac:spMkLst>
            <pc:docMk/>
            <pc:sldMk cId="3969123646" sldId="267"/>
            <ac:spMk id="60" creationId="{E5A1A7DD-9DB7-E932-3880-3AC817E012BD}"/>
          </ac:spMkLst>
        </pc:spChg>
        <pc:spChg chg="add mod">
          <ac:chgData name="Kadelka, Claus [MATH]" userId="3587954921_tp_box_2" providerId="OAuth2" clId="{3A5D34D3-13CC-588F-87D8-4157F9E149E9}" dt="2026-02-14T18:11:47.030" v="3262" actId="1038"/>
          <ac:spMkLst>
            <pc:docMk/>
            <pc:sldMk cId="3969123646" sldId="267"/>
            <ac:spMk id="62" creationId="{0CCB232B-36D2-B648-1A2C-8CA41ED16F0B}"/>
          </ac:spMkLst>
        </pc:spChg>
        <pc:spChg chg="add mod">
          <ac:chgData name="Kadelka, Claus [MATH]" userId="3587954921_tp_box_2" providerId="OAuth2" clId="{3A5D34D3-13CC-588F-87D8-4157F9E149E9}" dt="2026-02-14T18:11:58.174" v="3270" actId="1038"/>
          <ac:spMkLst>
            <pc:docMk/>
            <pc:sldMk cId="3969123646" sldId="267"/>
            <ac:spMk id="63" creationId="{9ECA746E-418E-C1B1-F936-22F64F2AF81B}"/>
          </ac:spMkLst>
        </pc:spChg>
        <pc:spChg chg="add del mod">
          <ac:chgData name="Kadelka, Claus [MATH]" userId="3587954921_tp_box_2" providerId="OAuth2" clId="{3A5D34D3-13CC-588F-87D8-4157F9E149E9}" dt="2026-02-14T18:14:36.555" v="3296" actId="478"/>
          <ac:spMkLst>
            <pc:docMk/>
            <pc:sldMk cId="3969123646" sldId="267"/>
            <ac:spMk id="64" creationId="{4E9A4386-100D-4EB4-1580-796BC7C398EF}"/>
          </ac:spMkLst>
        </pc:spChg>
        <pc:spChg chg="add mod">
          <ac:chgData name="Kadelka, Claus [MATH]" userId="3587954921_tp_box_2" providerId="OAuth2" clId="{3A5D34D3-13CC-588F-87D8-4157F9E149E9}" dt="2026-02-15T04:26:41.938" v="3765" actId="20577"/>
          <ac:spMkLst>
            <pc:docMk/>
            <pc:sldMk cId="3969123646" sldId="267"/>
            <ac:spMk id="65" creationId="{9D5E9689-B409-C04C-CCB1-1A01D2CFDABD}"/>
          </ac:spMkLst>
        </pc:spChg>
        <pc:spChg chg="add mod">
          <ac:chgData name="Kadelka, Claus [MATH]" userId="3587954921_tp_box_2" providerId="OAuth2" clId="{3A5D34D3-13CC-588F-87D8-4157F9E149E9}" dt="2026-02-15T04:26:43.637" v="3767" actId="20577"/>
          <ac:spMkLst>
            <pc:docMk/>
            <pc:sldMk cId="3969123646" sldId="267"/>
            <ac:spMk id="68" creationId="{A04EBBE0-AD4F-1313-9DD7-3B41CA465944}"/>
          </ac:spMkLst>
        </pc:spChg>
        <pc:spChg chg="add del mod">
          <ac:chgData name="Kadelka, Claus [MATH]" userId="3587954921_tp_box_2" providerId="OAuth2" clId="{3A5D34D3-13CC-588F-87D8-4157F9E149E9}" dt="2026-02-14T18:28:22.155" v="3585" actId="478"/>
          <ac:spMkLst>
            <pc:docMk/>
            <pc:sldMk cId="3969123646" sldId="267"/>
            <ac:spMk id="69" creationId="{F9252300-3930-569C-CE9A-ACA174035FD2}"/>
          </ac:spMkLst>
        </pc:spChg>
        <pc:spChg chg="add del mod">
          <ac:chgData name="Kadelka, Claus [MATH]" userId="3587954921_tp_box_2" providerId="OAuth2" clId="{3A5D34D3-13CC-588F-87D8-4157F9E149E9}" dt="2026-02-15T04:22:24.752" v="3727" actId="478"/>
          <ac:spMkLst>
            <pc:docMk/>
            <pc:sldMk cId="3969123646" sldId="267"/>
            <ac:spMk id="70" creationId="{3E3C00BC-EF6A-22C5-045C-727C5E8EE49D}"/>
          </ac:spMkLst>
        </pc:spChg>
        <pc:spChg chg="add del mod">
          <ac:chgData name="Kadelka, Claus [MATH]" userId="3587954921_tp_box_2" providerId="OAuth2" clId="{3A5D34D3-13CC-588F-87D8-4157F9E149E9}" dt="2026-02-15T04:22:00.578" v="3712" actId="478"/>
          <ac:spMkLst>
            <pc:docMk/>
            <pc:sldMk cId="3969123646" sldId="267"/>
            <ac:spMk id="71" creationId="{57A0C900-BDBF-7602-76C7-C8179C3D8585}"/>
          </ac:spMkLst>
        </pc:spChg>
        <pc:spChg chg="add del mod">
          <ac:chgData name="Kadelka, Claus [MATH]" userId="3587954921_tp_box_2" providerId="OAuth2" clId="{3A5D34D3-13CC-588F-87D8-4157F9E149E9}" dt="2026-02-15T04:22:22.535" v="3726" actId="478"/>
          <ac:spMkLst>
            <pc:docMk/>
            <pc:sldMk cId="3969123646" sldId="267"/>
            <ac:spMk id="72" creationId="{A08DDC07-5D06-B6FA-E8D1-FBB934EEE446}"/>
          </ac:spMkLst>
        </pc:spChg>
        <pc:grpChg chg="add mod">
          <ac:chgData name="Kadelka, Claus [MATH]" userId="3587954921_tp_box_2" providerId="OAuth2" clId="{3A5D34D3-13CC-588F-87D8-4157F9E149E9}" dt="2026-02-14T05:18:51.099" v="2925" actId="1035"/>
          <ac:grpSpMkLst>
            <pc:docMk/>
            <pc:sldMk cId="3969123646" sldId="267"/>
            <ac:grpSpMk id="10" creationId="{26F90DE5-C098-4DBB-D4DB-170DF595F6F9}"/>
          </ac:grpSpMkLst>
        </pc:grpChg>
        <pc:grpChg chg="add mod">
          <ac:chgData name="Kadelka, Claus [MATH]" userId="3587954921_tp_box_2" providerId="OAuth2" clId="{3A5D34D3-13CC-588F-87D8-4157F9E149E9}" dt="2026-02-14T06:40:32.442" v="2964" actId="1076"/>
          <ac:grpSpMkLst>
            <pc:docMk/>
            <pc:sldMk cId="3969123646" sldId="267"/>
            <ac:grpSpMk id="39" creationId="{8C1D2C70-D422-9BB2-3C35-B127ABEC36EF}"/>
          </ac:grpSpMkLst>
        </pc:grpChg>
        <pc:grpChg chg="add mod">
          <ac:chgData name="Kadelka, Claus [MATH]" userId="3587954921_tp_box_2" providerId="OAuth2" clId="{3A5D34D3-13CC-588F-87D8-4157F9E149E9}" dt="2026-02-14T06:44:53.358" v="3044" actId="1076"/>
          <ac:grpSpMkLst>
            <pc:docMk/>
            <pc:sldMk cId="3969123646" sldId="267"/>
            <ac:grpSpMk id="48" creationId="{B1400C4D-310A-AA57-EC29-A25F552824B5}"/>
          </ac:grpSpMkLst>
        </pc:grpChg>
        <pc:grpChg chg="add mod">
          <ac:chgData name="Kadelka, Claus [MATH]" userId="3587954921_tp_box_2" providerId="OAuth2" clId="{3A5D34D3-13CC-588F-87D8-4157F9E149E9}" dt="2026-02-14T18:05:54.453" v="3101" actId="14100"/>
          <ac:grpSpMkLst>
            <pc:docMk/>
            <pc:sldMk cId="3969123646" sldId="267"/>
            <ac:grpSpMk id="59" creationId="{155FAC3B-1467-7B95-DDD0-7BC68F32E7F5}"/>
          </ac:grpSpMkLst>
        </pc:grpChg>
        <pc:picChg chg="add mod modCrop">
          <ac:chgData name="Kadelka, Claus [MATH]" userId="3587954921_tp_box_2" providerId="OAuth2" clId="{3A5D34D3-13CC-588F-87D8-4157F9E149E9}" dt="2026-02-14T18:08:05.157" v="3161" actId="14100"/>
          <ac:picMkLst>
            <pc:docMk/>
            <pc:sldMk cId="3969123646" sldId="267"/>
            <ac:picMk id="4" creationId="{B8A2E544-5711-3568-286D-4624EB7E5AD5}"/>
          </ac:picMkLst>
        </pc:picChg>
        <pc:picChg chg="add mod modCrop">
          <ac:chgData name="Kadelka, Claus [MATH]" userId="3587954921_tp_box_2" providerId="OAuth2" clId="{3A5D34D3-13CC-588F-87D8-4157F9E149E9}" dt="2026-02-14T18:08:05.157" v="3161" actId="14100"/>
          <ac:picMkLst>
            <pc:docMk/>
            <pc:sldMk cId="3969123646" sldId="267"/>
            <ac:picMk id="5" creationId="{C9F8EB2C-EBD8-EE54-53F2-21E9A89DEDE6}"/>
          </ac:picMkLst>
        </pc:picChg>
        <pc:picChg chg="add mod modCrop">
          <ac:chgData name="Kadelka, Claus [MATH]" userId="3587954921_tp_box_2" providerId="OAuth2" clId="{3A5D34D3-13CC-588F-87D8-4157F9E149E9}" dt="2026-02-14T18:08:05.157" v="3161" actId="14100"/>
          <ac:picMkLst>
            <pc:docMk/>
            <pc:sldMk cId="3969123646" sldId="267"/>
            <ac:picMk id="6" creationId="{478A1481-D713-2A5B-4F72-6C1583451A48}"/>
          </ac:picMkLst>
        </pc:picChg>
        <pc:picChg chg="add del mod">
          <ac:chgData name="Kadelka, Claus [MATH]" userId="3587954921_tp_box_2" providerId="OAuth2" clId="{3A5D34D3-13CC-588F-87D8-4157F9E149E9}" dt="2026-02-14T05:18:20.259" v="2917" actId="478"/>
          <ac:picMkLst>
            <pc:docMk/>
            <pc:sldMk cId="3969123646" sldId="267"/>
            <ac:picMk id="8" creationId="{C815C8C4-9C61-851D-C365-E5E67BCA78AE}"/>
          </ac:picMkLst>
        </pc:picChg>
        <pc:picChg chg="add mod modCrop">
          <ac:chgData name="Kadelka, Claus [MATH]" userId="3587954921_tp_box_2" providerId="OAuth2" clId="{3A5D34D3-13CC-588F-87D8-4157F9E149E9}" dt="2026-02-14T18:06:22.131" v="3110" actId="14100"/>
          <ac:picMkLst>
            <pc:docMk/>
            <pc:sldMk cId="3969123646" sldId="267"/>
            <ac:picMk id="9" creationId="{7337774E-51DF-27FD-E0FA-A7E000912091}"/>
          </ac:picMkLst>
        </pc:picChg>
        <pc:picChg chg="add del mod">
          <ac:chgData name="Kadelka, Claus [MATH]" userId="3587954921_tp_box_2" providerId="OAuth2" clId="{3A5D34D3-13CC-588F-87D8-4157F9E149E9}" dt="2026-02-14T05:09:39.850" v="2736" actId="478"/>
          <ac:picMkLst>
            <pc:docMk/>
            <pc:sldMk cId="3969123646" sldId="267"/>
            <ac:picMk id="12" creationId="{66DAEFED-18F9-5834-8C1B-ED7D3D932452}"/>
          </ac:picMkLst>
        </pc:picChg>
        <pc:picChg chg="add del mod">
          <ac:chgData name="Kadelka, Claus [MATH]" userId="3587954921_tp_box_2" providerId="OAuth2" clId="{3A5D34D3-13CC-588F-87D8-4157F9E149E9}" dt="2026-02-14T05:10:32.676" v="2749" actId="478"/>
          <ac:picMkLst>
            <pc:docMk/>
            <pc:sldMk cId="3969123646" sldId="267"/>
            <ac:picMk id="14" creationId="{39F28755-B438-511A-CDCC-D260A065B455}"/>
          </ac:picMkLst>
        </pc:picChg>
        <pc:picChg chg="add del mod">
          <ac:chgData name="Kadelka, Claus [MATH]" userId="3587954921_tp_box_2" providerId="OAuth2" clId="{3A5D34D3-13CC-588F-87D8-4157F9E149E9}" dt="2026-02-14T05:10:53.535" v="2752" actId="478"/>
          <ac:picMkLst>
            <pc:docMk/>
            <pc:sldMk cId="3969123646" sldId="267"/>
            <ac:picMk id="16" creationId="{B9FE26E4-C66E-2CCF-7F5C-C244F818B71E}"/>
          </ac:picMkLst>
        </pc:picChg>
        <pc:picChg chg="add mod">
          <ac:chgData name="Kadelka, Claus [MATH]" userId="3587954921_tp_box_2" providerId="OAuth2" clId="{3A5D34D3-13CC-588F-87D8-4157F9E149E9}" dt="2026-02-14T06:44:53.358" v="3044" actId="1076"/>
          <ac:picMkLst>
            <pc:docMk/>
            <pc:sldMk cId="3969123646" sldId="267"/>
            <ac:picMk id="22" creationId="{033A2937-DAA1-04A9-3BAC-58541A026B26}"/>
          </ac:picMkLst>
        </pc:picChg>
        <pc:picChg chg="add del mod">
          <ac:chgData name="Kadelka, Claus [MATH]" userId="3587954921_tp_box_2" providerId="OAuth2" clId="{3A5D34D3-13CC-588F-87D8-4157F9E149E9}" dt="2026-02-14T05:12:47.462" v="2772" actId="478"/>
          <ac:picMkLst>
            <pc:docMk/>
            <pc:sldMk cId="3969123646" sldId="267"/>
            <ac:picMk id="25" creationId="{45EBEE73-6752-3BFA-EFA9-589E559CB3A9}"/>
          </ac:picMkLst>
        </pc:picChg>
        <pc:picChg chg="add del mod">
          <ac:chgData name="Kadelka, Claus [MATH]" userId="3587954921_tp_box_2" providerId="OAuth2" clId="{3A5D34D3-13CC-588F-87D8-4157F9E149E9}" dt="2026-02-14T05:13:01.615" v="2777" actId="478"/>
          <ac:picMkLst>
            <pc:docMk/>
            <pc:sldMk cId="3969123646" sldId="267"/>
            <ac:picMk id="27" creationId="{AE33E902-AF38-1BDA-34BB-B4DAC15840F9}"/>
          </ac:picMkLst>
        </pc:picChg>
        <pc:picChg chg="add del mod">
          <ac:chgData name="Kadelka, Claus [MATH]" userId="3587954921_tp_box_2" providerId="OAuth2" clId="{3A5D34D3-13CC-588F-87D8-4157F9E149E9}" dt="2026-02-14T05:13:47.012" v="2802" actId="478"/>
          <ac:picMkLst>
            <pc:docMk/>
            <pc:sldMk cId="3969123646" sldId="267"/>
            <ac:picMk id="30" creationId="{91A38B06-8333-7438-2F16-ABC7691AECAA}"/>
          </ac:picMkLst>
        </pc:picChg>
        <pc:picChg chg="add del mod">
          <ac:chgData name="Kadelka, Claus [MATH]" userId="3587954921_tp_box_2" providerId="OAuth2" clId="{3A5D34D3-13CC-588F-87D8-4157F9E149E9}" dt="2026-02-14T05:16:21.678" v="2834" actId="478"/>
          <ac:picMkLst>
            <pc:docMk/>
            <pc:sldMk cId="3969123646" sldId="267"/>
            <ac:picMk id="32" creationId="{64D2C8FF-7AC7-1A61-E370-E8F0AB8E9C5B}"/>
          </ac:picMkLst>
        </pc:picChg>
        <pc:picChg chg="add del mod">
          <ac:chgData name="Kadelka, Claus [MATH]" userId="3587954921_tp_box_2" providerId="OAuth2" clId="{3A5D34D3-13CC-588F-87D8-4157F9E149E9}" dt="2026-02-14T05:16:20.234" v="2833" actId="478"/>
          <ac:picMkLst>
            <pc:docMk/>
            <pc:sldMk cId="3969123646" sldId="267"/>
            <ac:picMk id="33" creationId="{C7310022-F1CB-D975-71FC-1A4CAEED96E5}"/>
          </ac:picMkLst>
        </pc:picChg>
        <pc:picChg chg="add del mod">
          <ac:chgData name="Kadelka, Claus [MATH]" userId="3587954921_tp_box_2" providerId="OAuth2" clId="{3A5D34D3-13CC-588F-87D8-4157F9E149E9}" dt="2026-02-14T18:07:02.688" v="3155" actId="478"/>
          <ac:picMkLst>
            <pc:docMk/>
            <pc:sldMk cId="3969123646" sldId="267"/>
            <ac:picMk id="35" creationId="{4159879C-5554-3CC6-8063-D6DF12751BE3}"/>
          </ac:picMkLst>
        </pc:picChg>
        <pc:picChg chg="add del mod">
          <ac:chgData name="Kadelka, Claus [MATH]" userId="3587954921_tp_box_2" providerId="OAuth2" clId="{3A5D34D3-13CC-588F-87D8-4157F9E149E9}" dt="2026-02-14T06:38:25.889" v="2941" actId="478"/>
          <ac:picMkLst>
            <pc:docMk/>
            <pc:sldMk cId="3969123646" sldId="267"/>
            <ac:picMk id="41" creationId="{2639B38F-AA13-2FAE-DA9A-4AF115DAFB54}"/>
          </ac:picMkLst>
        </pc:picChg>
        <pc:picChg chg="add del mod modCrop">
          <ac:chgData name="Kadelka, Claus [MATH]" userId="3587954921_tp_box_2" providerId="OAuth2" clId="{3A5D34D3-13CC-588F-87D8-4157F9E149E9}" dt="2026-02-15T04:25:36.880" v="3744" actId="478"/>
          <ac:picMkLst>
            <pc:docMk/>
            <pc:sldMk cId="3969123646" sldId="267"/>
            <ac:picMk id="43" creationId="{387325A1-D7F8-28C0-6559-F87AFC2047CC}"/>
          </ac:picMkLst>
        </pc:picChg>
        <pc:picChg chg="add mod modCrop">
          <ac:chgData name="Kadelka, Claus [MATH]" userId="3587954921_tp_box_2" providerId="OAuth2" clId="{3A5D34D3-13CC-588F-87D8-4157F9E149E9}" dt="2026-02-14T06:41:40.205" v="2982" actId="1076"/>
          <ac:picMkLst>
            <pc:docMk/>
            <pc:sldMk cId="3969123646" sldId="267"/>
            <ac:picMk id="45" creationId="{F5B7A53E-C96F-CC75-8D8C-0272B1423DD8}"/>
          </ac:picMkLst>
        </pc:picChg>
        <pc:picChg chg="add mod modCrop">
          <ac:chgData name="Kadelka, Claus [MATH]" userId="3587954921_tp_box_2" providerId="OAuth2" clId="{3A5D34D3-13CC-588F-87D8-4157F9E149E9}" dt="2026-02-14T06:41:40.205" v="2982" actId="1076"/>
          <ac:picMkLst>
            <pc:docMk/>
            <pc:sldMk cId="3969123646" sldId="267"/>
            <ac:picMk id="46" creationId="{1E61C540-0E45-59F5-3212-1A7A29D09FD9}"/>
          </ac:picMkLst>
        </pc:picChg>
        <pc:picChg chg="add mod">
          <ac:chgData name="Kadelka, Claus [MATH]" userId="3587954921_tp_box_2" providerId="OAuth2" clId="{3A5D34D3-13CC-588F-87D8-4157F9E149E9}" dt="2026-02-14T18:06:30.211" v="3120" actId="1036"/>
          <ac:picMkLst>
            <pc:docMk/>
            <pc:sldMk cId="3969123646" sldId="267"/>
            <ac:picMk id="58" creationId="{03DA70CE-505C-172E-40ED-997C44F92CCA}"/>
          </ac:picMkLst>
        </pc:picChg>
        <pc:picChg chg="add del mod">
          <ac:chgData name="Kadelka, Claus [MATH]" userId="3587954921_tp_box_2" providerId="OAuth2" clId="{3A5D34D3-13CC-588F-87D8-4157F9E149E9}" dt="2026-02-14T18:16:43.103" v="3327" actId="478"/>
          <ac:picMkLst>
            <pc:docMk/>
            <pc:sldMk cId="3969123646" sldId="267"/>
            <ac:picMk id="67" creationId="{B85E9254-FAF0-869A-DB0F-94BD5A0836C6}"/>
          </ac:picMkLst>
        </pc:picChg>
        <pc:picChg chg="add del mod">
          <ac:chgData name="Kadelka, Claus [MATH]" userId="3587954921_tp_box_2" providerId="OAuth2" clId="{3A5D34D3-13CC-588F-87D8-4157F9E149E9}" dt="2026-02-15T04:25:17.033" v="3741" actId="478"/>
          <ac:picMkLst>
            <pc:docMk/>
            <pc:sldMk cId="3969123646" sldId="267"/>
            <ac:picMk id="74" creationId="{4F402392-8EC2-9A08-627B-B2A75F31A1A4}"/>
          </ac:picMkLst>
        </pc:picChg>
        <pc:picChg chg="add mod modCrop">
          <ac:chgData name="Kadelka, Claus [MATH]" userId="3587954921_tp_box_2" providerId="OAuth2" clId="{3A5D34D3-13CC-588F-87D8-4157F9E149E9}" dt="2026-02-15T04:26:02.219" v="3756" actId="732"/>
          <ac:picMkLst>
            <pc:docMk/>
            <pc:sldMk cId="3969123646" sldId="267"/>
            <ac:picMk id="76" creationId="{BDEA4C74-EAE5-68AB-D3AA-C4D815969BB6}"/>
          </ac:picMkLst>
        </pc:picChg>
        <pc:cxnChg chg="del mod">
          <ac:chgData name="Kadelka, Claus [MATH]" userId="3587954921_tp_box_2" providerId="OAuth2" clId="{3A5D34D3-13CC-588F-87D8-4157F9E149E9}" dt="2026-02-14T05:04:56.130" v="2691" actId="478"/>
          <ac:cxnSpMkLst>
            <pc:docMk/>
            <pc:sldMk cId="3969123646" sldId="267"/>
            <ac:cxnSpMk id="20" creationId="{2C250E5E-7D61-1D28-DBA1-AF1CAE232509}"/>
          </ac:cxnSpMkLst>
        </pc:cxnChg>
        <pc:cxnChg chg="del mod">
          <ac:chgData name="Kadelka, Claus [MATH]" userId="3587954921_tp_box_2" providerId="OAuth2" clId="{3A5D34D3-13CC-588F-87D8-4157F9E149E9}" dt="2026-02-14T05:04:56.130" v="2691" actId="478"/>
          <ac:cxnSpMkLst>
            <pc:docMk/>
            <pc:sldMk cId="3969123646" sldId="267"/>
            <ac:cxnSpMk id="24" creationId="{00954D0B-929E-929B-8E93-285A3D16A569}"/>
          </ac:cxnSpMkLst>
        </pc:cxnChg>
        <pc:cxnChg chg="del mod">
          <ac:chgData name="Kadelka, Claus [MATH]" userId="3587954921_tp_box_2" providerId="OAuth2" clId="{3A5D34D3-13CC-588F-87D8-4157F9E149E9}" dt="2026-02-14T05:04:56.130" v="2691" actId="478"/>
          <ac:cxnSpMkLst>
            <pc:docMk/>
            <pc:sldMk cId="3969123646" sldId="267"/>
            <ac:cxnSpMk id="29" creationId="{AB77435C-61D2-DE38-C3DD-42F285A2A0F7}"/>
          </ac:cxnSpMkLst>
        </pc:cxnChg>
      </pc:sldChg>
      <pc:sldChg chg="addSp delSp modSp add mod">
        <pc:chgData name="Kadelka, Claus [MATH]" userId="3587954921_tp_box_2" providerId="OAuth2" clId="{3A5D34D3-13CC-588F-87D8-4157F9E149E9}" dt="2026-02-14T18:21:00.629" v="3384" actId="478"/>
        <pc:sldMkLst>
          <pc:docMk/>
          <pc:sldMk cId="2485313455" sldId="268"/>
        </pc:sldMkLst>
        <pc:spChg chg="del">
          <ac:chgData name="Kadelka, Claus [MATH]" userId="3587954921_tp_box_2" providerId="OAuth2" clId="{3A5D34D3-13CC-588F-87D8-4157F9E149E9}" dt="2026-02-14T18:20:03.219" v="3374" actId="478"/>
          <ac:spMkLst>
            <pc:docMk/>
            <pc:sldMk cId="2485313455" sldId="268"/>
            <ac:spMk id="3" creationId="{FBE52A69-C8FB-0CA9-1B14-942382A241C2}"/>
          </ac:spMkLst>
        </pc:spChg>
        <pc:spChg chg="del">
          <ac:chgData name="Kadelka, Claus [MATH]" userId="3587954921_tp_box_2" providerId="OAuth2" clId="{3A5D34D3-13CC-588F-87D8-4157F9E149E9}" dt="2026-02-14T18:20:03.219" v="3374" actId="478"/>
          <ac:spMkLst>
            <pc:docMk/>
            <pc:sldMk cId="2485313455" sldId="268"/>
            <ac:spMk id="4" creationId="{148679FC-B5BA-F6D1-4F67-C4C5762AA3F7}"/>
          </ac:spMkLst>
        </pc:spChg>
        <pc:spChg chg="del">
          <ac:chgData name="Kadelka, Claus [MATH]" userId="3587954921_tp_box_2" providerId="OAuth2" clId="{3A5D34D3-13CC-588F-87D8-4157F9E149E9}" dt="2026-02-14T18:20:03.219" v="3374" actId="478"/>
          <ac:spMkLst>
            <pc:docMk/>
            <pc:sldMk cId="2485313455" sldId="268"/>
            <ac:spMk id="6" creationId="{54BC3702-1249-0979-E64C-907678C0FAC2}"/>
          </ac:spMkLst>
        </pc:spChg>
        <pc:spChg chg="del">
          <ac:chgData name="Kadelka, Claus [MATH]" userId="3587954921_tp_box_2" providerId="OAuth2" clId="{3A5D34D3-13CC-588F-87D8-4157F9E149E9}" dt="2026-02-14T18:20:03.219" v="3374" actId="478"/>
          <ac:spMkLst>
            <pc:docMk/>
            <pc:sldMk cId="2485313455" sldId="268"/>
            <ac:spMk id="7" creationId="{284282C1-671E-CAB9-1DD6-00DCC8808F3D}"/>
          </ac:spMkLst>
        </pc:spChg>
        <pc:spChg chg="del">
          <ac:chgData name="Kadelka, Claus [MATH]" userId="3587954921_tp_box_2" providerId="OAuth2" clId="{3A5D34D3-13CC-588F-87D8-4157F9E149E9}" dt="2026-02-14T18:20:03.219" v="3374" actId="478"/>
          <ac:spMkLst>
            <pc:docMk/>
            <pc:sldMk cId="2485313455" sldId="268"/>
            <ac:spMk id="8" creationId="{2AA73344-F50E-D848-38D9-668BBC074716}"/>
          </ac:spMkLst>
        </pc:spChg>
        <pc:spChg chg="del">
          <ac:chgData name="Kadelka, Claus [MATH]" userId="3587954921_tp_box_2" providerId="OAuth2" clId="{3A5D34D3-13CC-588F-87D8-4157F9E149E9}" dt="2026-02-14T18:20:03.219" v="3374" actId="478"/>
          <ac:spMkLst>
            <pc:docMk/>
            <pc:sldMk cId="2485313455" sldId="268"/>
            <ac:spMk id="9" creationId="{CF516D7A-4080-9A06-0B6F-D0DB0A685A27}"/>
          </ac:spMkLst>
        </pc:spChg>
        <pc:picChg chg="add mod">
          <ac:chgData name="Kadelka, Claus [MATH]" userId="3587954921_tp_box_2" providerId="OAuth2" clId="{3A5D34D3-13CC-588F-87D8-4157F9E149E9}" dt="2026-02-14T18:20:12.894" v="3378" actId="1076"/>
          <ac:picMkLst>
            <pc:docMk/>
            <pc:sldMk cId="2485313455" sldId="268"/>
            <ac:picMk id="5" creationId="{D6B92E9B-2B62-9813-9B2E-E99C5A75D26E}"/>
          </ac:picMkLst>
        </pc:picChg>
        <pc:picChg chg="add del mod">
          <ac:chgData name="Kadelka, Claus [MATH]" userId="3587954921_tp_box_2" providerId="OAuth2" clId="{3A5D34D3-13CC-588F-87D8-4157F9E149E9}" dt="2026-02-14T18:21:00.629" v="3384" actId="478"/>
          <ac:picMkLst>
            <pc:docMk/>
            <pc:sldMk cId="2485313455" sldId="268"/>
            <ac:picMk id="11" creationId="{8C5D8695-F63D-4871-7E28-7832E2B3843A}"/>
          </ac:picMkLst>
        </pc:picChg>
      </pc:sldChg>
      <pc:sldChg chg="addSp delSp modSp add mod">
        <pc:chgData name="Kadelka, Claus [MATH]" userId="3587954921_tp_box_2" providerId="OAuth2" clId="{3A5D34D3-13CC-588F-87D8-4157F9E149E9}" dt="2026-02-15T04:29:40.342" v="3799" actId="1076"/>
        <pc:sldMkLst>
          <pc:docMk/>
          <pc:sldMk cId="3162223427" sldId="269"/>
        </pc:sldMkLst>
        <pc:spChg chg="add mod">
          <ac:chgData name="Kadelka, Claus [MATH]" userId="3587954921_tp_box_2" providerId="OAuth2" clId="{3A5D34D3-13CC-588F-87D8-4157F9E149E9}" dt="2026-02-14T18:30:21.287" v="3620" actId="167"/>
          <ac:spMkLst>
            <pc:docMk/>
            <pc:sldMk cId="3162223427" sldId="269"/>
            <ac:spMk id="2" creationId="{1C75393A-D68B-FAA7-E82F-EC538291B8B8}"/>
          </ac:spMkLst>
        </pc:spChg>
        <pc:spChg chg="add mod">
          <ac:chgData name="Kadelka, Claus [MATH]" userId="3587954921_tp_box_2" providerId="OAuth2" clId="{3A5D34D3-13CC-588F-87D8-4157F9E149E9}" dt="2026-02-14T18:30:33.112" v="3622" actId="167"/>
          <ac:spMkLst>
            <pc:docMk/>
            <pc:sldMk cId="3162223427" sldId="269"/>
            <ac:spMk id="3" creationId="{FFD36978-2F52-9BDA-24D8-EA3DEC8724EF}"/>
          </ac:spMkLst>
        </pc:spChg>
        <pc:spChg chg="add mod">
          <ac:chgData name="Kadelka, Claus [MATH]" userId="3587954921_tp_box_2" providerId="OAuth2" clId="{3A5D34D3-13CC-588F-87D8-4157F9E149E9}" dt="2026-02-15T04:27:16.978" v="3769"/>
          <ac:spMkLst>
            <pc:docMk/>
            <pc:sldMk cId="3162223427" sldId="269"/>
            <ac:spMk id="8" creationId="{92E97A4B-9EDF-C370-1523-722C9B41B650}"/>
          </ac:spMkLst>
        </pc:spChg>
        <pc:spChg chg="add mod">
          <ac:chgData name="Kadelka, Claus [MATH]" userId="3587954921_tp_box_2" providerId="OAuth2" clId="{3A5D34D3-13CC-588F-87D8-4157F9E149E9}" dt="2026-02-15T04:27:16.978" v="3769"/>
          <ac:spMkLst>
            <pc:docMk/>
            <pc:sldMk cId="3162223427" sldId="269"/>
            <ac:spMk id="11" creationId="{C929C0AB-4AA7-59E4-717A-A7B3DC6DB4D2}"/>
          </ac:spMkLst>
        </pc:spChg>
        <pc:spChg chg="mod">
          <ac:chgData name="Kadelka, Claus [MATH]" userId="3587954921_tp_box_2" providerId="OAuth2" clId="{3A5D34D3-13CC-588F-87D8-4157F9E149E9}" dt="2026-02-15T04:29:40.342" v="3799" actId="1076"/>
          <ac:spMkLst>
            <pc:docMk/>
            <pc:sldMk cId="3162223427" sldId="269"/>
            <ac:spMk id="47" creationId="{097B63C5-14A5-B148-DC44-26176E6F7DD9}"/>
          </ac:spMkLst>
        </pc:spChg>
        <pc:spChg chg="del">
          <ac:chgData name="Kadelka, Claus [MATH]" userId="3587954921_tp_box_2" providerId="OAuth2" clId="{3A5D34D3-13CC-588F-87D8-4157F9E149E9}" dt="2026-02-14T18:26:13.618" v="3487" actId="478"/>
          <ac:spMkLst>
            <pc:docMk/>
            <pc:sldMk cId="3162223427" sldId="269"/>
            <ac:spMk id="51" creationId="{CECDC3F8-86D2-C046-747B-C7EE2DE1CD27}"/>
          </ac:spMkLst>
        </pc:spChg>
        <pc:spChg chg="del">
          <ac:chgData name="Kadelka, Claus [MATH]" userId="3587954921_tp_box_2" providerId="OAuth2" clId="{3A5D34D3-13CC-588F-87D8-4157F9E149E9}" dt="2026-02-14T18:26:15.134" v="3488" actId="478"/>
          <ac:spMkLst>
            <pc:docMk/>
            <pc:sldMk cId="3162223427" sldId="269"/>
            <ac:spMk id="52" creationId="{E3B146AE-12AC-8514-9D2C-4B43716F3E5C}"/>
          </ac:spMkLst>
        </pc:spChg>
        <pc:spChg chg="del">
          <ac:chgData name="Kadelka, Claus [MATH]" userId="3587954921_tp_box_2" providerId="OAuth2" clId="{3A5D34D3-13CC-588F-87D8-4157F9E149E9}" dt="2026-02-14T18:25:04.301" v="3470" actId="478"/>
          <ac:spMkLst>
            <pc:docMk/>
            <pc:sldMk cId="3162223427" sldId="269"/>
            <ac:spMk id="53" creationId="{D0930292-5B95-81E2-7070-EAE83B75AC15}"/>
          </ac:spMkLst>
        </pc:spChg>
        <pc:spChg chg="mod">
          <ac:chgData name="Kadelka, Claus [MATH]" userId="3587954921_tp_box_2" providerId="OAuth2" clId="{3A5D34D3-13CC-588F-87D8-4157F9E149E9}" dt="2026-02-14T18:30:41.606" v="3623" actId="555"/>
          <ac:spMkLst>
            <pc:docMk/>
            <pc:sldMk cId="3162223427" sldId="269"/>
            <ac:spMk id="54" creationId="{DCDD72F6-F348-9F5B-B442-6CFA46160C7E}"/>
          </ac:spMkLst>
        </pc:spChg>
        <pc:spChg chg="mod">
          <ac:chgData name="Kadelka, Claus [MATH]" userId="3587954921_tp_box_2" providerId="OAuth2" clId="{3A5D34D3-13CC-588F-87D8-4157F9E149E9}" dt="2026-02-14T18:30:41.606" v="3623" actId="555"/>
          <ac:spMkLst>
            <pc:docMk/>
            <pc:sldMk cId="3162223427" sldId="269"/>
            <ac:spMk id="55" creationId="{8598C547-479B-5180-5D7B-0FFF61DFE239}"/>
          </ac:spMkLst>
        </pc:spChg>
        <pc:spChg chg="mod">
          <ac:chgData name="Kadelka, Claus [MATH]" userId="3587954921_tp_box_2" providerId="OAuth2" clId="{3A5D34D3-13CC-588F-87D8-4157F9E149E9}" dt="2026-02-14T18:30:41.606" v="3623" actId="555"/>
          <ac:spMkLst>
            <pc:docMk/>
            <pc:sldMk cId="3162223427" sldId="269"/>
            <ac:spMk id="56" creationId="{F0C64C76-D9EF-6A87-0C7D-42E0A292EF24}"/>
          </ac:spMkLst>
        </pc:spChg>
        <pc:spChg chg="mod">
          <ac:chgData name="Kadelka, Claus [MATH]" userId="3587954921_tp_box_2" providerId="OAuth2" clId="{3A5D34D3-13CC-588F-87D8-4157F9E149E9}" dt="2026-02-14T18:30:41.606" v="3623" actId="555"/>
          <ac:spMkLst>
            <pc:docMk/>
            <pc:sldMk cId="3162223427" sldId="269"/>
            <ac:spMk id="60" creationId="{08910065-785D-152B-2397-AEF3339E2453}"/>
          </ac:spMkLst>
        </pc:spChg>
        <pc:spChg chg="mod">
          <ac:chgData name="Kadelka, Claus [MATH]" userId="3587954921_tp_box_2" providerId="OAuth2" clId="{3A5D34D3-13CC-588F-87D8-4157F9E149E9}" dt="2026-02-14T18:30:41.606" v="3623" actId="555"/>
          <ac:spMkLst>
            <pc:docMk/>
            <pc:sldMk cId="3162223427" sldId="269"/>
            <ac:spMk id="62" creationId="{126B8307-9282-5407-F5DD-9F3424F89B25}"/>
          </ac:spMkLst>
        </pc:spChg>
        <pc:spChg chg="mod">
          <ac:chgData name="Kadelka, Claus [MATH]" userId="3587954921_tp_box_2" providerId="OAuth2" clId="{3A5D34D3-13CC-588F-87D8-4157F9E149E9}" dt="2026-02-14T18:30:41.606" v="3623" actId="555"/>
          <ac:spMkLst>
            <pc:docMk/>
            <pc:sldMk cId="3162223427" sldId="269"/>
            <ac:spMk id="63" creationId="{9C7CB346-79F3-6D54-98C8-7C8C562C9FD5}"/>
          </ac:spMkLst>
        </pc:spChg>
        <pc:spChg chg="del mod">
          <ac:chgData name="Kadelka, Claus [MATH]" userId="3587954921_tp_box_2" providerId="OAuth2" clId="{3A5D34D3-13CC-588F-87D8-4157F9E149E9}" dt="2026-02-15T04:27:16.098" v="3768" actId="478"/>
          <ac:spMkLst>
            <pc:docMk/>
            <pc:sldMk cId="3162223427" sldId="269"/>
            <ac:spMk id="65" creationId="{2C6FABD1-DE7F-99E6-C3BE-C376677413E8}"/>
          </ac:spMkLst>
        </pc:spChg>
        <pc:spChg chg="del mod">
          <ac:chgData name="Kadelka, Claus [MATH]" userId="3587954921_tp_box_2" providerId="OAuth2" clId="{3A5D34D3-13CC-588F-87D8-4157F9E149E9}" dt="2026-02-15T04:27:16.098" v="3768" actId="478"/>
          <ac:spMkLst>
            <pc:docMk/>
            <pc:sldMk cId="3162223427" sldId="269"/>
            <ac:spMk id="68" creationId="{FD6AAC02-EA95-C33A-2D21-4C3462843D1C}"/>
          </ac:spMkLst>
        </pc:spChg>
        <pc:spChg chg="mod">
          <ac:chgData name="Kadelka, Claus [MATH]" userId="3587954921_tp_box_2" providerId="OAuth2" clId="{3A5D34D3-13CC-588F-87D8-4157F9E149E9}" dt="2026-02-15T04:28:52.265" v="3779" actId="1076"/>
          <ac:spMkLst>
            <pc:docMk/>
            <pc:sldMk cId="3162223427" sldId="269"/>
            <ac:spMk id="69" creationId="{7C8B8A7B-878F-CF7F-E31B-6D3821A1A314}"/>
          </ac:spMkLst>
        </pc:spChg>
        <pc:grpChg chg="mod">
          <ac:chgData name="Kadelka, Claus [MATH]" userId="3587954921_tp_box_2" providerId="OAuth2" clId="{3A5D34D3-13CC-588F-87D8-4157F9E149E9}" dt="2026-02-15T00:18:11.889" v="3634" actId="1038"/>
          <ac:grpSpMkLst>
            <pc:docMk/>
            <pc:sldMk cId="3162223427" sldId="269"/>
            <ac:grpSpMk id="48" creationId="{4791505F-F5BE-5E96-FA79-F5B3726EEFF1}"/>
          </ac:grpSpMkLst>
        </pc:grpChg>
        <pc:grpChg chg="mod">
          <ac:chgData name="Kadelka, Claus [MATH]" userId="3587954921_tp_box_2" providerId="OAuth2" clId="{3A5D34D3-13CC-588F-87D8-4157F9E149E9}" dt="2026-02-14T18:28:00.025" v="3584" actId="1037"/>
          <ac:grpSpMkLst>
            <pc:docMk/>
            <pc:sldMk cId="3162223427" sldId="269"/>
            <ac:grpSpMk id="59" creationId="{36F3556B-48FB-1B00-0EFA-BC952FA012B7}"/>
          </ac:grpSpMkLst>
        </pc:grpChg>
        <pc:picChg chg="mod">
          <ac:chgData name="Kadelka, Claus [MATH]" userId="3587954921_tp_box_2" providerId="OAuth2" clId="{3A5D34D3-13CC-588F-87D8-4157F9E149E9}" dt="2026-02-15T00:18:16.358" v="3637" actId="1037"/>
          <ac:picMkLst>
            <pc:docMk/>
            <pc:sldMk cId="3162223427" sldId="269"/>
            <ac:picMk id="6" creationId="{5D7F8D4C-68A0-009E-C65D-72E7A4D3B0A6}"/>
          </ac:picMkLst>
        </pc:picChg>
        <pc:picChg chg="add del mod">
          <ac:chgData name="Kadelka, Claus [MATH]" userId="3587954921_tp_box_2" providerId="OAuth2" clId="{3A5D34D3-13CC-588F-87D8-4157F9E149E9}" dt="2026-02-15T04:27:57.420" v="3770" actId="478"/>
          <ac:picMkLst>
            <pc:docMk/>
            <pc:sldMk cId="3162223427" sldId="269"/>
            <ac:picMk id="7" creationId="{9EFA6167-2CC3-FD40-920B-7A7CFCE9A716}"/>
          </ac:picMkLst>
        </pc:picChg>
        <pc:picChg chg="add mod modCrop">
          <ac:chgData name="Kadelka, Claus [MATH]" userId="3587954921_tp_box_2" providerId="OAuth2" clId="{3A5D34D3-13CC-588F-87D8-4157F9E149E9}" dt="2026-02-15T04:28:46.512" v="3778" actId="1076"/>
          <ac:picMkLst>
            <pc:docMk/>
            <pc:sldMk cId="3162223427" sldId="269"/>
            <ac:picMk id="13" creationId="{6950CB7C-7B4E-B27A-913F-AD37BF6EDF83}"/>
          </ac:picMkLst>
        </pc:picChg>
        <pc:picChg chg="mod">
          <ac:chgData name="Kadelka, Claus [MATH]" userId="3587954921_tp_box_2" providerId="OAuth2" clId="{3A5D34D3-13CC-588F-87D8-4157F9E149E9}" dt="2026-02-14T18:30:00.496" v="3619" actId="1038"/>
          <ac:picMkLst>
            <pc:docMk/>
            <pc:sldMk cId="3162223427" sldId="269"/>
            <ac:picMk id="22" creationId="{A7814195-DAFB-B146-A8FA-B9CF176BAC8C}"/>
          </ac:picMkLst>
        </pc:picChg>
        <pc:picChg chg="del mod">
          <ac:chgData name="Kadelka, Claus [MATH]" userId="3587954921_tp_box_2" providerId="OAuth2" clId="{3A5D34D3-13CC-588F-87D8-4157F9E149E9}" dt="2026-02-15T04:27:16.098" v="3768" actId="478"/>
          <ac:picMkLst>
            <pc:docMk/>
            <pc:sldMk cId="3162223427" sldId="269"/>
            <ac:picMk id="43" creationId="{5E0B986D-2407-F0BD-6445-8041BB7752FA}"/>
          </ac:picMkLst>
        </pc:picChg>
        <pc:picChg chg="mod">
          <ac:chgData name="Kadelka, Claus [MATH]" userId="3587954921_tp_box_2" providerId="OAuth2" clId="{3A5D34D3-13CC-588F-87D8-4157F9E149E9}" dt="2026-02-15T04:29:12.280" v="3781" actId="1037"/>
          <ac:picMkLst>
            <pc:docMk/>
            <pc:sldMk cId="3162223427" sldId="269"/>
            <ac:picMk id="45" creationId="{2C6552EB-7F4D-96A1-041F-B14C6FEF543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DBA412-2C90-714D-BAC1-13E9964E3BE1}" type="datetimeFigureOut">
              <a:rPr lang="en-US" smtClean="0"/>
              <a:t>2/13/26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1E1C5-D11A-164E-ACBF-BFC252B29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06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1E1C5-D11A-164E-ACBF-BFC252B2970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335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1B669-5483-BB59-7710-5F8416928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19F1B1-67DB-7D51-118B-E13D0DB99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660875-1B64-B17D-1EF8-C275206E2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CEAFA-8701-B36B-8E10-2F0DCDBACC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B1E1C5-D11A-164E-ACBF-BFC252B2970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746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6D584-BEA9-16C3-F784-34CCAFEB13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02FD2F-9EA7-AF76-21EF-6D4CB78C92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A3A60-D5E8-60D5-BEE1-D64129F2E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93A43-3A17-F1CF-961F-B12DA96B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115D0-5E3D-AE92-2DEB-238325FED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5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00F67-8734-C41B-3E9F-201E79C93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F3E0A-06CA-5616-B46B-0496EF367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B98AA6-703A-B90A-EB34-800EEFAF3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2193F-220E-A282-E3D1-37064729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711EA-88C6-5FC4-A532-1B4068925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018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7CEE2-9688-69B8-22E5-B0AA75AF3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738D5-378F-BA90-8F25-31A5FF695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28301-0082-10BE-632D-2BED864DC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99BBF-3411-A94B-6D6E-66941292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F4526-870D-A380-66FD-557C12F9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3202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01B71-E323-63F5-3E1F-8756C8217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A8CC6-4732-129C-03E7-02EC13A4D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D60453-417D-0558-FAAC-FFEC51C398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F73D2-2D1E-B544-2201-8F75826E6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623AFC-1B99-A6B6-C5D4-CA649EF18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E4A2A3-DB38-EBCF-5A4A-7AF6394C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85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64860-CAF7-5C09-736F-1351F8C6D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4AAC40-68A8-5524-FD3B-69A728567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D46F56-4AB6-C1D6-3C85-97AC7F9875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913C15-692C-5E2F-9744-2E6A07313E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C60CF1-2D89-11D9-DF93-55B292039D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29D6EF-59E5-CC24-2AE0-4CB306044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27003B-E20A-3862-A78C-5ABB1413B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A1227-3341-3B80-89CC-D8873B1C9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44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7B2D-368B-929A-0902-56F698426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0F3B4F-863C-A653-EC7D-C1715B4CC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1E1DD-3409-9F75-EE76-8FB80795F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B17541-4B84-1142-73C2-419F02C0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70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8D430F-0FEF-F423-5E5B-81BD7231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95CBEC-F22E-68F7-CD20-E9C13BED2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9D50-F17A-9ECB-5B80-279E84CD5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77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67389-FEE5-C0FF-58C3-E05FE40A2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8B1AD-1558-3276-2872-12C059461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7214A-A243-470F-592A-198C8EA111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1D1839-1B46-6DA2-44D9-E5560D208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EAAFA-3EE4-5FC5-1B3C-E4F89268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A0BC8-D91F-22F5-7C40-09929E975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5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061DF-33F5-9CF7-F260-FD9A3AE66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72B620-607A-4B08-5336-281D6A339D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9C7BF1-AC22-5F97-27A5-25B02AEB8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BD28A-4980-38F0-41EF-241761341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CB78DB-D00D-C842-1781-BD3EAE675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14DC3-ADF8-4844-604D-BE15EE4C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9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234A-3C6E-070D-ADAB-E1D35586C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79DC7-163F-F934-DC95-7E6AE0FC6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83DA6-EEC7-6AC3-195B-E171DC67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BDBEE4-5BBE-4161-362D-DDA247D2F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550BA-47F7-1F34-251B-B07F0D490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24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23D36A-903F-D0B9-8EEE-66BF8905B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08712-CAC7-2CBA-CE36-3E2A29F525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720053-356A-669E-C9C0-28CA88781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91A785-8968-0768-A575-C883E27E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210E3-3C60-0FE8-41AB-B95CCC872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0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715C52-AB6C-573E-9F07-07A7958DA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78D2C-55B6-14F7-7425-A47D5C145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A5F89-6AD7-927F-E7C7-E4F2E09C5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B5E58-55BA-1E41-8676-D73EB213C571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81F77D-0A5A-8057-E3CE-FDC0A6413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222CA3-116C-E93B-C9C3-77FA5B246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FBF99E-AA2B-2F40-B300-92BE23C33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12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7.em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209C94F-48A1-7837-18E1-D48A35665905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520C62-14A1-475F-BF82-4D0B5FE21614}"/>
              </a:ext>
            </a:extLst>
          </p:cNvPr>
          <p:cNvSpPr txBox="1"/>
          <p:nvPr/>
        </p:nvSpPr>
        <p:spPr>
          <a:xfrm>
            <a:off x="3946213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84991-C304-A49F-A9B3-41ED667161C8}"/>
              </a:ext>
            </a:extLst>
          </p:cNvPr>
          <p:cNvSpPr txBox="1"/>
          <p:nvPr/>
        </p:nvSpPr>
        <p:spPr>
          <a:xfrm>
            <a:off x="3946213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7EBEC-8C59-D88D-2E7C-D9B29945C997}"/>
              </a:ext>
            </a:extLst>
          </p:cNvPr>
          <p:cNvSpPr txBox="1"/>
          <p:nvPr/>
        </p:nvSpPr>
        <p:spPr>
          <a:xfrm>
            <a:off x="1297749" y="2619728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E6FE0-DFB2-7E3E-086B-B8C0024FB240}"/>
              </a:ext>
            </a:extLst>
          </p:cNvPr>
          <p:cNvSpPr txBox="1"/>
          <p:nvPr/>
        </p:nvSpPr>
        <p:spPr>
          <a:xfrm>
            <a:off x="2562446" y="3891516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562441C-C762-0112-833A-D4A7C6A1A7F8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3633175" y="1782882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6A4DC22-CCC4-A052-60A6-A86D136E0A24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3633175" y="2977273"/>
            <a:ext cx="3130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E4A8AF-2C83-52B3-2227-09CD4D17961F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65462" y="3334817"/>
            <a:ext cx="1460155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B7C5B7D-5EA8-8085-A20D-46518127F752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3925617" y="3334817"/>
            <a:ext cx="1188309" cy="556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B6B4F9-A26A-5FDD-4E96-805C7E77DEF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2465462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5CEFDA-EB73-5680-C1D9-C812DD36BB3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113926" y="2140426"/>
            <a:ext cx="0" cy="4793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511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D541-142B-AA34-1FDA-FA28B9D7D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E6D02E-5BF7-D7D3-3560-CD51B4C068C0}"/>
              </a:ext>
            </a:extLst>
          </p:cNvPr>
          <p:cNvSpPr txBox="1"/>
          <p:nvPr/>
        </p:nvSpPr>
        <p:spPr>
          <a:xfrm>
            <a:off x="1297749" y="14253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1. Random Boolean Function Generators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9292AA-8472-FB4E-C2B3-A9BF16F0B552}"/>
              </a:ext>
            </a:extLst>
          </p:cNvPr>
          <p:cNvSpPr txBox="1"/>
          <p:nvPr/>
        </p:nvSpPr>
        <p:spPr>
          <a:xfrm>
            <a:off x="1297749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3. Boolean Function 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693BA7-7596-83E5-CA11-38CF8568E57D}"/>
              </a:ext>
            </a:extLst>
          </p:cNvPr>
          <p:cNvSpPr txBox="1"/>
          <p:nvPr/>
        </p:nvSpPr>
        <p:spPr>
          <a:xfrm>
            <a:off x="4647005" y="3661037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4. Boolean Network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64FA9-9059-4799-8976-2F47E5E56B5E}"/>
              </a:ext>
            </a:extLst>
          </p:cNvPr>
          <p:cNvSpPr txBox="1"/>
          <p:nvPr/>
        </p:nvSpPr>
        <p:spPr>
          <a:xfrm>
            <a:off x="4647005" y="1425336"/>
            <a:ext cx="2335426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2. Random Boolean Network Generators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59CCCA-A88B-22C2-CD5E-586E4C8213C3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43D35FC-ED56-20E0-3AC5-A12684003BF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465462" y="2140426"/>
            <a:ext cx="0" cy="1520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24888C-DAD6-BDF5-F36A-BC996F82841F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814718" y="2140425"/>
            <a:ext cx="0" cy="15206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2D0FAE7-8BDE-D752-0774-A884DB15B6D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982431" y="1782881"/>
            <a:ext cx="1961753" cy="913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34706CA-877C-4280-AB2E-1050CD9A1E8D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982431" y="3105042"/>
            <a:ext cx="1961753" cy="9135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63B09FB-3AE3-7534-E274-853EF2840CC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633175" y="1782881"/>
            <a:ext cx="10138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E458771-1FB9-A8AE-87EF-3B3237105DE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633175" y="4018582"/>
            <a:ext cx="10138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062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7264B-90DF-5331-402A-003549D1A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AA1A23E-BF7F-E812-FA28-AC0BB7F64A93}"/>
              </a:ext>
            </a:extLst>
          </p:cNvPr>
          <p:cNvSpPr txBox="1"/>
          <p:nvPr/>
        </p:nvSpPr>
        <p:spPr>
          <a:xfrm>
            <a:off x="1020733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3390C4-202C-D85E-085D-CCB9A4639B91}"/>
              </a:ext>
            </a:extLst>
          </p:cNvPr>
          <p:cNvSpPr txBox="1"/>
          <p:nvPr/>
        </p:nvSpPr>
        <p:spPr>
          <a:xfrm>
            <a:off x="1020732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196A90-AE14-D59A-6D04-D6AC520F9F50}"/>
              </a:ext>
            </a:extLst>
          </p:cNvPr>
          <p:cNvSpPr txBox="1"/>
          <p:nvPr/>
        </p:nvSpPr>
        <p:spPr>
          <a:xfrm>
            <a:off x="3913359" y="2974417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get_attractors_synchronous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9B4003-853E-D655-B512-17302323FD4D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Generates a random Boolean network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1A2827-B06C-269A-5A83-32BE7FE042E2}"/>
              </a:ext>
            </a:extLst>
          </p:cNvPr>
          <p:cNvSpPr txBox="1"/>
          <p:nvPr/>
        </p:nvSpPr>
        <p:spPr>
          <a:xfrm>
            <a:off x="7581013" y="2696419"/>
            <a:ext cx="2726341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5. Ensemble experiments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626057F-A143-FE2E-657D-B5F4032DB7F2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2188445" y="2480945"/>
            <a:ext cx="1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068F75-8298-702F-B29E-56557375B184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493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2227993-E2C9-F174-6114-5CED8656F6A5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6248785" y="1953141"/>
            <a:ext cx="2695399" cy="743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98FA36-0950-E24D-EC72-3BF1B77506E7}"/>
              </a:ext>
            </a:extLst>
          </p:cNvPr>
          <p:cNvCxnSpPr>
            <a:cxnSpLocks/>
            <a:stCxn id="6" idx="3"/>
            <a:endCxn id="8" idx="2"/>
          </p:cNvCxnSpPr>
          <p:nvPr/>
        </p:nvCxnSpPr>
        <p:spPr>
          <a:xfrm flipV="1">
            <a:off x="6248785" y="3105042"/>
            <a:ext cx="2695399" cy="3631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7E882D-395C-037A-41E7-9745B3950B0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356159" y="1953141"/>
            <a:ext cx="5572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B01527-AF36-AC39-2D67-A3F00BD4BF83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56158" y="3468169"/>
            <a:ext cx="557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140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637A3-34E2-43B1-9D68-D771416A4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00FF43-72FE-28C1-358F-28114D19422D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5F3F5-C06E-ED90-17CA-872855B3CEC7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86872E-3AF2-4CAC-DC44-0891850B84CD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74C9D-442F-A561-BCA2-D603A4036B17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F17099-C86C-BC57-9FA6-D7ABE3B2812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</a:t>
            </a:r>
          </a:p>
          <a:p>
            <a:r>
              <a:rPr lang="en-US" sz="800" dirty="0"/>
              <a:t>Systematically 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BDCD35-6B7E-127C-055B-7D5992528DDD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9D6680-0CF5-B87D-6F9E-95C2C3019A52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DAAFB58-CBF5-F4EC-6E1D-40FD5D6AB196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F55827E-B68F-BB95-10B5-46819856295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D18FD-B643-9A76-951A-F9ED6B7CF340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63F5C5D-7F44-FD93-8CDF-1127C07507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6941659-3284-CFEA-035A-A76C7FA4D85F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4CBBBA-2AA1-F473-5560-BC1DCE72EF33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1668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48351-0DF7-98DA-19AF-16F1D64C1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BE950E5-4062-BF9A-1E00-CF0AFEC38A9B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AD405A-703B-81BD-DA2A-4A84AED98E9B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3972F6-8C12-E375-58CF-524228A5B119}"/>
              </a:ext>
            </a:extLst>
          </p:cNvPr>
          <p:cNvSpPr txBox="1"/>
          <p:nvPr/>
        </p:nvSpPr>
        <p:spPr>
          <a:xfrm>
            <a:off x="3913359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C6BAB6-5CB9-4604-8CD8-E496DEC7206E}"/>
              </a:ext>
            </a:extLst>
          </p:cNvPr>
          <p:cNvSpPr txBox="1"/>
          <p:nvPr/>
        </p:nvSpPr>
        <p:spPr>
          <a:xfrm>
            <a:off x="3913359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E3303-F139-DA18-E558-754BD02C67F6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E321F01-1A0F-F0EB-0A7F-73C66D74219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F1CC3F-B47E-AD2F-E70A-8E70AFA55EE7}"/>
              </a:ext>
            </a:extLst>
          </p:cNvPr>
          <p:cNvCxnSpPr>
            <a:cxnSpLocks/>
            <a:stCxn id="7" idx="2"/>
            <a:endCxn id="6" idx="0"/>
          </p:cNvCxnSpPr>
          <p:nvPr/>
        </p:nvCxnSpPr>
        <p:spPr>
          <a:xfrm>
            <a:off x="5081072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D92C94E-597B-A22B-F357-D1D2054FF6A9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3CCA0C-FF24-CB22-58D2-FEC9E9674EA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C87C70-90B7-665C-0D00-B6C018883FD5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2172A1-DFBE-5820-D4CA-A9465C1D679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DA9EFFE-49F3-CA2A-0059-BE3772483990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4751364" y="3380204"/>
            <a:ext cx="32970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17A4252-8BAC-ADC8-E265-B1AFB881A51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751363" y="2480945"/>
            <a:ext cx="329709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D8FFC44-D612-A1FB-DD19-19CCD2EDA170}"/>
              </a:ext>
            </a:extLst>
          </p:cNvPr>
          <p:cNvSpPr txBox="1"/>
          <p:nvPr/>
        </p:nvSpPr>
        <p:spPr>
          <a:xfrm>
            <a:off x="5410780" y="2507803"/>
            <a:ext cx="1612396" cy="1031915"/>
          </a:xfrm>
          <a:prstGeom prst="hexagon">
            <a:avLst>
              <a:gd name="adj" fmla="val 6992"/>
              <a:gd name="vf" fmla="val 115470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  <a:p>
            <a:r>
              <a:rPr lang="en-US" sz="800" dirty="0"/>
              <a:t>Interoperable with </a:t>
            </a:r>
            <a:r>
              <a:rPr lang="en-US" sz="800" dirty="0" err="1"/>
              <a:t>PyBoolNet</a:t>
            </a:r>
            <a:r>
              <a:rPr lang="en-US" sz="800" dirty="0"/>
              <a:t>, CANA</a:t>
            </a:r>
          </a:p>
          <a:p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9607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20BAD-0DE0-C471-51F0-F6B73098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E8E869-8CD1-325D-B8AD-CE1DFCDFE559}"/>
              </a:ext>
            </a:extLst>
          </p:cNvPr>
          <p:cNvSpPr/>
          <p:nvPr/>
        </p:nvSpPr>
        <p:spPr>
          <a:xfrm>
            <a:off x="3703101" y="944880"/>
            <a:ext cx="2982179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7C609A5-672E-3A7E-2435-4831FA0C9A53}"/>
              </a:ext>
            </a:extLst>
          </p:cNvPr>
          <p:cNvSpPr/>
          <p:nvPr/>
        </p:nvSpPr>
        <p:spPr>
          <a:xfrm>
            <a:off x="525739" y="944880"/>
            <a:ext cx="2755941" cy="3992880"/>
          </a:xfrm>
          <a:prstGeom prst="roundRect">
            <a:avLst>
              <a:gd name="adj" fmla="val 20354"/>
            </a:avLst>
          </a:prstGeom>
          <a:solidFill>
            <a:schemeClr val="accent2">
              <a:lumMod val="20000"/>
              <a:lumOff val="8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0C0AD-E2BB-DCBD-8C86-A5C6F2BCA3EF}"/>
              </a:ext>
            </a:extLst>
          </p:cNvPr>
          <p:cNvSpPr txBox="1"/>
          <p:nvPr/>
        </p:nvSpPr>
        <p:spPr>
          <a:xfrm>
            <a:off x="715477" y="1425337"/>
            <a:ext cx="2335426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1. Random Boolean Function Generators</a:t>
            </a:r>
          </a:p>
          <a:p>
            <a:r>
              <a:rPr lang="en-US" sz="800" dirty="0" err="1"/>
              <a:t>random_non_degenerated_function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5A8E1-BCC5-C492-2CD7-8C1540562120}"/>
              </a:ext>
            </a:extLst>
          </p:cNvPr>
          <p:cNvSpPr txBox="1"/>
          <p:nvPr/>
        </p:nvSpPr>
        <p:spPr>
          <a:xfrm>
            <a:off x="715477" y="3633311"/>
            <a:ext cx="2335426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3. 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is_degenerated</a:t>
            </a:r>
            <a:r>
              <a:rPr lang="en-US" sz="800" dirty="0"/>
              <a:t>()	</a:t>
            </a:r>
            <a:r>
              <a:rPr lang="en-US" sz="800" dirty="0" err="1"/>
              <a:t>get_sensitivity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E93D43-9F6D-C312-57FA-EFF5AAFBDD1E}"/>
              </a:ext>
            </a:extLst>
          </p:cNvPr>
          <p:cNvSpPr txBox="1"/>
          <p:nvPr/>
        </p:nvSpPr>
        <p:spPr>
          <a:xfrm>
            <a:off x="3913359" y="3633311"/>
            <a:ext cx="2690640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4. 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get_Derrida_values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get_attractors_and_robustness_measures</a:t>
            </a:r>
            <a:r>
              <a:rPr lang="en-US" sz="800" dirty="0"/>
              <a:t>_</a:t>
            </a:r>
          </a:p>
          <a:p>
            <a:r>
              <a:rPr lang="en-US" sz="800" dirty="0"/>
              <a:t>synchronous()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6DDB8-E72E-6A34-BFFB-F00834FF9274}"/>
              </a:ext>
            </a:extLst>
          </p:cNvPr>
          <p:cNvSpPr txBox="1"/>
          <p:nvPr/>
        </p:nvSpPr>
        <p:spPr>
          <a:xfrm>
            <a:off x="3913359" y="1425337"/>
            <a:ext cx="2690640" cy="105560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2. Random Boolean Network Generators</a:t>
            </a:r>
          </a:p>
          <a:p>
            <a:r>
              <a:rPr lang="en-US" sz="800" dirty="0"/>
              <a:t>Generate random Boolean networks of defined size, degree distribution, canalizing depth or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A1176-6492-53E4-830D-2FDA82078130}"/>
              </a:ext>
            </a:extLst>
          </p:cNvPr>
          <p:cNvSpPr txBox="1"/>
          <p:nvPr/>
        </p:nvSpPr>
        <p:spPr>
          <a:xfrm>
            <a:off x="2212899" y="2699583"/>
            <a:ext cx="2538465" cy="71508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5. 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403B9B-A14C-B3EB-CDB0-124300457DBA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1883190" y="2480945"/>
            <a:ext cx="0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DDC3916-02BD-2CD6-14BA-30313AB1033E}"/>
              </a:ext>
            </a:extLst>
          </p:cNvPr>
          <p:cNvCxnSpPr>
            <a:cxnSpLocks/>
          </p:cNvCxnSpPr>
          <p:nvPr/>
        </p:nvCxnSpPr>
        <p:spPr>
          <a:xfrm>
            <a:off x="5069840" y="2480945"/>
            <a:ext cx="11232" cy="115236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62C4D76-47CE-5E07-763C-C74A4F3A6D8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050903" y="1953141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D959E0-D9BB-67A9-4ACF-14BF2229DF2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050903" y="4127063"/>
            <a:ext cx="862456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1C43C74-F79F-9BD9-4B0D-C86AD3D8FF0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83190" y="2480945"/>
            <a:ext cx="355028" cy="2621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CD7593-046B-3A4C-0B6F-B7EACAC98FE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83190" y="3380204"/>
            <a:ext cx="355028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D9B5C6A-FE9E-E2AF-DB34-3817E4ACE0B9}"/>
              </a:ext>
            </a:extLst>
          </p:cNvPr>
          <p:cNvCxnSpPr>
            <a:cxnSpLocks/>
          </p:cNvCxnSpPr>
          <p:nvPr/>
        </p:nvCxnSpPr>
        <p:spPr>
          <a:xfrm flipH="1" flipV="1">
            <a:off x="4751364" y="3380204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2108598-656A-FF35-DE1F-BC0E925D3133}"/>
              </a:ext>
            </a:extLst>
          </p:cNvPr>
          <p:cNvCxnSpPr>
            <a:cxnSpLocks/>
          </p:cNvCxnSpPr>
          <p:nvPr/>
        </p:nvCxnSpPr>
        <p:spPr>
          <a:xfrm flipH="1">
            <a:off x="4751363" y="2480945"/>
            <a:ext cx="318476" cy="25310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6E474E2-B899-5D6A-9107-9532F2ABFAA9}"/>
              </a:ext>
            </a:extLst>
          </p:cNvPr>
          <p:cNvSpPr txBox="1"/>
          <p:nvPr/>
        </p:nvSpPr>
        <p:spPr>
          <a:xfrm>
            <a:off x="3869202" y="1029990"/>
            <a:ext cx="1681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BooleanNetwork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FBCD24-2AB5-DC48-3C85-7CAA41A6D546}"/>
              </a:ext>
            </a:extLst>
          </p:cNvPr>
          <p:cNvSpPr txBox="1"/>
          <p:nvPr/>
        </p:nvSpPr>
        <p:spPr>
          <a:xfrm>
            <a:off x="715477" y="1046609"/>
            <a:ext cx="17083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BooleanFunction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A94C1F-2208-F6C3-1A03-DC0692915494}"/>
              </a:ext>
            </a:extLst>
          </p:cNvPr>
          <p:cNvSpPr txBox="1"/>
          <p:nvPr/>
        </p:nvSpPr>
        <p:spPr>
          <a:xfrm>
            <a:off x="5172785" y="2767687"/>
            <a:ext cx="1431214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6. 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FA7003-1E13-5AD6-BA51-7E9E3239DF79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888392" y="2480945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2489BA-5D53-F025-080D-AC348AA85041}"/>
              </a:ext>
            </a:extLst>
          </p:cNvPr>
          <p:cNvCxnSpPr>
            <a:cxnSpLocks/>
          </p:cNvCxnSpPr>
          <p:nvPr/>
        </p:nvCxnSpPr>
        <p:spPr>
          <a:xfrm>
            <a:off x="5888392" y="3346569"/>
            <a:ext cx="0" cy="28674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90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BCC99-BFF3-2515-0634-2BBADF2F8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C7F4E4D2-E099-F81C-A05E-4DDB135E817C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9191552-C878-C93F-605F-DF57B0B30E03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AA9EE6-11C5-A0A4-93B4-2D2087196CC4}"/>
              </a:ext>
            </a:extLst>
          </p:cNvPr>
          <p:cNvSpPr txBox="1"/>
          <p:nvPr/>
        </p:nvSpPr>
        <p:spPr>
          <a:xfrm>
            <a:off x="640505" y="1428274"/>
            <a:ext cx="2538465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 err="1"/>
              <a:t>random_non_degenerate_function</a:t>
            </a:r>
            <a:r>
              <a:rPr lang="en-US" sz="800" dirty="0"/>
              <a:t>(n, bias)</a:t>
            </a:r>
          </a:p>
          <a:p>
            <a:r>
              <a:rPr lang="en-US" sz="800" dirty="0" err="1"/>
              <a:t>random_k_canalizing_function</a:t>
            </a:r>
            <a:r>
              <a:rPr lang="en-US" sz="800" dirty="0"/>
              <a:t>(n, k)</a:t>
            </a:r>
          </a:p>
          <a:p>
            <a:r>
              <a:rPr lang="en-US" sz="800" dirty="0" err="1"/>
              <a:t>random_NCF</a:t>
            </a:r>
            <a:r>
              <a:rPr lang="en-US" sz="800" dirty="0"/>
              <a:t>(n, </a:t>
            </a:r>
            <a:r>
              <a:rPr lang="en-US" sz="800" dirty="0" err="1"/>
              <a:t>layer_structure</a:t>
            </a:r>
            <a:r>
              <a:rPr lang="en-US" sz="800" dirty="0"/>
              <a:t>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2A4C3D-B737-AE2F-71F6-77FDC7733A53}"/>
              </a:ext>
            </a:extLst>
          </p:cNvPr>
          <p:cNvSpPr txBox="1"/>
          <p:nvPr/>
        </p:nvSpPr>
        <p:spPr>
          <a:xfrm>
            <a:off x="640505" y="3558222"/>
            <a:ext cx="2538464" cy="98750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</a:p>
          <a:p>
            <a:r>
              <a:rPr lang="en-US" sz="800" dirty="0" err="1"/>
              <a:t>is_monotonic</a:t>
            </a:r>
            <a:r>
              <a:rPr lang="en-US" sz="800" dirty="0"/>
              <a:t>()	</a:t>
            </a:r>
            <a:r>
              <a:rPr lang="en-US" sz="800" dirty="0" err="1"/>
              <a:t>get_symmetry_groups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is_degenerate</a:t>
            </a:r>
            <a:r>
              <a:rPr lang="en-US" sz="800" dirty="0"/>
              <a:t>()	</a:t>
            </a:r>
            <a:r>
              <a:rPr lang="en-US" sz="800" dirty="0" err="1"/>
              <a:t>get_average_sensitivity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Is_k_canalizing</a:t>
            </a:r>
            <a:r>
              <a:rPr lang="en-US" sz="800" dirty="0"/>
              <a:t>()	</a:t>
            </a:r>
            <a:r>
              <a:rPr lang="en-US" sz="800" dirty="0" err="1"/>
              <a:t>get_layer_structure</a:t>
            </a:r>
            <a:r>
              <a:rPr lang="en-US" sz="800" dirty="0"/>
              <a:t>()</a:t>
            </a:r>
          </a:p>
          <a:p>
            <a:r>
              <a:rPr lang="en-US" sz="800" dirty="0" err="1"/>
              <a:t>Is_kset_canalizing</a:t>
            </a:r>
            <a:r>
              <a:rPr lang="en-US" sz="800" dirty="0"/>
              <a:t>()	</a:t>
            </a:r>
            <a:r>
              <a:rPr lang="en-US" sz="800" dirty="0" err="1"/>
              <a:t>get_canalizing_strength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12174E-88D6-19D5-3E11-09A4E62118FD}"/>
              </a:ext>
            </a:extLst>
          </p:cNvPr>
          <p:cNvSpPr txBox="1"/>
          <p:nvPr/>
        </p:nvSpPr>
        <p:spPr>
          <a:xfrm>
            <a:off x="3825048" y="3574573"/>
            <a:ext cx="2538463" cy="95345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 err="1"/>
              <a:t>get_steady_states_asynchronous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get_attractors_and_robustness_synchronous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get_types_of_regulation</a:t>
            </a:r>
            <a:r>
              <a:rPr lang="en-US" sz="800" dirty="0"/>
              <a:t>()</a:t>
            </a:r>
          </a:p>
          <a:p>
            <a:r>
              <a:rPr lang="en-US" sz="800" dirty="0" err="1"/>
              <a:t>get_ffls</a:t>
            </a:r>
            <a:r>
              <a:rPr lang="en-US" sz="800" dirty="0"/>
              <a:t>()</a:t>
            </a:r>
          </a:p>
          <a:p>
            <a:r>
              <a:rPr lang="en-US" sz="800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32BCFE-5A74-DD22-B5A0-DF806E4478F3}"/>
              </a:ext>
            </a:extLst>
          </p:cNvPr>
          <p:cNvSpPr txBox="1"/>
          <p:nvPr/>
        </p:nvSpPr>
        <p:spPr>
          <a:xfrm>
            <a:off x="3825049" y="1428274"/>
            <a:ext cx="2538456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Network Generators</a:t>
            </a:r>
          </a:p>
          <a:p>
            <a:r>
              <a:rPr lang="en-US" sz="800" dirty="0"/>
              <a:t>Generate random Boolean networks of defined size, degree distribution, canalizing depth, layer structure, bias, …</a:t>
            </a:r>
          </a:p>
          <a:p>
            <a:endParaRPr lang="en-US" sz="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1E615-0133-8E7A-494F-891A03D4F713}"/>
              </a:ext>
            </a:extLst>
          </p:cNvPr>
          <p:cNvSpPr txBox="1"/>
          <p:nvPr/>
        </p:nvSpPr>
        <p:spPr>
          <a:xfrm>
            <a:off x="2196399" y="2575672"/>
            <a:ext cx="2538465" cy="68103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Build reproducible pipelines for systematic studies:</a:t>
            </a:r>
          </a:p>
          <a:p>
            <a:r>
              <a:rPr lang="en-US" sz="800" dirty="0"/>
              <a:t>vary parameters and study function and network properties across ensembles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6148DE3-88FE-2E45-57BC-6D81D347928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909737" y="2245519"/>
            <a:ext cx="1" cy="131270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8EC6788-9327-107F-F0BF-636E61972058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43056B-8E7C-22AC-384B-F6BFEC18C1FA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3178970" y="1836897"/>
            <a:ext cx="64607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00CD7F-F1D7-D141-A669-1C1E7121E6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178969" y="4051300"/>
            <a:ext cx="646079" cy="6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01BE3EE-4B2B-B9E9-807C-1432898E854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909738" y="2245519"/>
            <a:ext cx="308329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4D7F1A8-D56F-696A-F251-AB5438B8334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909737" y="3265436"/>
            <a:ext cx="308330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A92518D-6DA3-2B2A-CB61-817B8558B963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F19AB48-8110-2536-48CE-AB5D6500F3EC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C2D3A4E-CD9B-2F16-65A6-5F750E1EC401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460BE-3EB7-DDD9-1615-745592F348E6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715B86-B7FF-611D-0EC6-4ACE7C5D2932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164AEA-7EA9-8E24-5FA2-BB0FEB00F40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519C661-BC02-A57D-0B10-50C9B361B8D5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02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7EC9E-7322-44B4-DF74-47B0AD2C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7E38AE7-025E-3F1C-42EE-7EF17DAEBD02}"/>
              </a:ext>
            </a:extLst>
          </p:cNvPr>
          <p:cNvSpPr/>
          <p:nvPr/>
        </p:nvSpPr>
        <p:spPr>
          <a:xfrm>
            <a:off x="3716309" y="1061643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69E375E-7E20-2571-23BD-EBFDC5B52EDD}"/>
              </a:ext>
            </a:extLst>
          </p:cNvPr>
          <p:cNvSpPr/>
          <p:nvPr/>
        </p:nvSpPr>
        <p:spPr>
          <a:xfrm>
            <a:off x="525739" y="1090217"/>
            <a:ext cx="2755941" cy="3705304"/>
          </a:xfrm>
          <a:prstGeom prst="roundRect">
            <a:avLst>
              <a:gd name="adj" fmla="val 20354"/>
            </a:avLst>
          </a:prstGeom>
          <a:solidFill>
            <a:schemeClr val="tx2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52EDB-2031-7665-3923-E5B5993B1B7A}"/>
              </a:ext>
            </a:extLst>
          </p:cNvPr>
          <p:cNvSpPr txBox="1"/>
          <p:nvPr/>
        </p:nvSpPr>
        <p:spPr>
          <a:xfrm>
            <a:off x="640505" y="1428274"/>
            <a:ext cx="235608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Random Boolean Function Generators</a:t>
            </a:r>
          </a:p>
          <a:p>
            <a:r>
              <a:rPr lang="en-US" sz="800" dirty="0"/>
              <a:t>Sample functions with prescribed structural features uniformly at random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0391BC-A567-4AA6-B146-24F684DC7C4B}"/>
              </a:ext>
            </a:extLst>
          </p:cNvPr>
          <p:cNvSpPr txBox="1"/>
          <p:nvPr/>
        </p:nvSpPr>
        <p:spPr>
          <a:xfrm>
            <a:off x="640505" y="3558222"/>
            <a:ext cx="2346954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Function Analysis</a:t>
            </a:r>
            <a:br>
              <a:rPr lang="en-US" sz="1000" dirty="0"/>
            </a:br>
            <a:r>
              <a:rPr lang="en-US" sz="800" dirty="0"/>
              <a:t>canalization; collective canalization; symmetry; sensitivity; degeneracy; 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A3C15-DA6E-0030-3CA8-281CD248ECEE}"/>
              </a:ext>
            </a:extLst>
          </p:cNvPr>
          <p:cNvSpPr txBox="1"/>
          <p:nvPr/>
        </p:nvSpPr>
        <p:spPr>
          <a:xfrm>
            <a:off x="3825048" y="3574573"/>
            <a:ext cx="2538463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Boolean Network Analysis</a:t>
            </a:r>
          </a:p>
          <a:p>
            <a:r>
              <a:rPr lang="en-US" sz="800" dirty="0"/>
              <a:t>attractors under synchronous &amp; asynchronous update; network motifs; stability &amp; robustness;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CA17D7-E1C9-6887-5A39-5E13A8559D88}"/>
              </a:ext>
            </a:extLst>
          </p:cNvPr>
          <p:cNvSpPr txBox="1"/>
          <p:nvPr/>
        </p:nvSpPr>
        <p:spPr>
          <a:xfrm>
            <a:off x="3825049" y="1428274"/>
            <a:ext cx="2538456" cy="851297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vl="1"/>
            <a:r>
              <a:rPr lang="en-US" sz="1000" dirty="0"/>
              <a:t>Random Boolean Network Generators</a:t>
            </a:r>
          </a:p>
          <a:p>
            <a:pPr lvl="1"/>
            <a:r>
              <a:rPr lang="en-US" sz="800" dirty="0"/>
              <a:t>Generate random Boolean networks of defined size, degree distribution, canalizing properties, bias,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DE0923-6F4C-9C47-EB15-6B708E8D13B7}"/>
              </a:ext>
            </a:extLst>
          </p:cNvPr>
          <p:cNvSpPr txBox="1"/>
          <p:nvPr/>
        </p:nvSpPr>
        <p:spPr>
          <a:xfrm>
            <a:off x="2169720" y="2190509"/>
            <a:ext cx="2538465" cy="408623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Ensemble Experiments</a:t>
            </a:r>
          </a:p>
          <a:p>
            <a:r>
              <a:rPr lang="en-US" sz="800" dirty="0"/>
              <a:t>Systematic analysis of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089599-FBE1-9120-0B48-5B67E543806C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813982" y="1973104"/>
            <a:ext cx="4565" cy="15851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F573A6-8AF2-4D88-EA9C-3FD69E919F1D}"/>
              </a:ext>
            </a:extLst>
          </p:cNvPr>
          <p:cNvCxnSpPr>
            <a:cxnSpLocks/>
          </p:cNvCxnSpPr>
          <p:nvPr/>
        </p:nvCxnSpPr>
        <p:spPr>
          <a:xfrm>
            <a:off x="5018225" y="2246476"/>
            <a:ext cx="0" cy="13107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2BEAD4-AB3F-F6AD-6CDA-BED74B79A387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2996588" y="1700689"/>
            <a:ext cx="828461" cy="1532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EDDB56A-C114-C385-569F-409B01C198DC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987459" y="3830637"/>
            <a:ext cx="837589" cy="1635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BF53E0A-B02D-112A-A7D2-4396469776D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1818547" y="1973104"/>
            <a:ext cx="399520" cy="6059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B489A06-47F0-6FF0-18B3-04BCBBF9F369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813982" y="3265436"/>
            <a:ext cx="404085" cy="2927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42C2428-94BC-9399-1EF7-32F96997761E}"/>
              </a:ext>
            </a:extLst>
          </p:cNvPr>
          <p:cNvCxnSpPr>
            <a:cxnSpLocks/>
          </p:cNvCxnSpPr>
          <p:nvPr/>
        </p:nvCxnSpPr>
        <p:spPr>
          <a:xfrm flipH="1" flipV="1">
            <a:off x="4725699" y="3241020"/>
            <a:ext cx="299965" cy="3387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637304-8670-97DE-A479-776A5EFE60B2}"/>
              </a:ext>
            </a:extLst>
          </p:cNvPr>
          <p:cNvCxnSpPr>
            <a:cxnSpLocks/>
          </p:cNvCxnSpPr>
          <p:nvPr/>
        </p:nvCxnSpPr>
        <p:spPr>
          <a:xfrm flipH="1">
            <a:off x="4692254" y="2245519"/>
            <a:ext cx="329366" cy="3335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F424E94-092B-07C6-9A8F-8B9F8229CD77}"/>
              </a:ext>
            </a:extLst>
          </p:cNvPr>
          <p:cNvSpPr txBox="1"/>
          <p:nvPr/>
        </p:nvSpPr>
        <p:spPr>
          <a:xfrm>
            <a:off x="3912362" y="1153099"/>
            <a:ext cx="14318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BooleanNetwork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915A2-B4AC-650F-E214-ABF8DA25ACC4}"/>
              </a:ext>
            </a:extLst>
          </p:cNvPr>
          <p:cNvSpPr txBox="1"/>
          <p:nvPr/>
        </p:nvSpPr>
        <p:spPr>
          <a:xfrm>
            <a:off x="715476" y="1153100"/>
            <a:ext cx="14542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1"/>
                </a:solidFill>
              </a:rPr>
              <a:t>class </a:t>
            </a:r>
            <a:r>
              <a:rPr lang="en-US" sz="1000" dirty="0" err="1">
                <a:solidFill>
                  <a:schemeClr val="accent1"/>
                </a:solidFill>
              </a:rPr>
              <a:t>BooleanFunction</a:t>
            </a:r>
            <a:endParaRPr lang="en-US" sz="1000" dirty="0">
              <a:solidFill>
                <a:schemeClr val="accent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C3FDDD-0928-63D0-8B7B-50CB28D80384}"/>
              </a:ext>
            </a:extLst>
          </p:cNvPr>
          <p:cNvSpPr txBox="1"/>
          <p:nvPr/>
        </p:nvSpPr>
        <p:spPr>
          <a:xfrm>
            <a:off x="5084467" y="2641880"/>
            <a:ext cx="1279037" cy="54483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dirty="0"/>
              <a:t>Interoperability</a:t>
            </a:r>
          </a:p>
          <a:p>
            <a:r>
              <a:rPr lang="en-US" sz="800" dirty="0"/>
              <a:t>Export/Import </a:t>
            </a:r>
            <a:r>
              <a:rPr lang="en-US" sz="800" dirty="0">
                <a:sym typeface="Wingdings" pitchFamily="2" charset="2"/>
              </a:rPr>
              <a:t></a:t>
            </a:r>
            <a:br>
              <a:rPr lang="en-US" sz="800" dirty="0">
                <a:sym typeface="Wingdings" pitchFamily="2" charset="2"/>
              </a:rPr>
            </a:br>
            <a:r>
              <a:rPr lang="en-US" sz="800" dirty="0">
                <a:sym typeface="Wingdings" pitchFamily="2" charset="2"/>
              </a:rPr>
              <a:t>CANA, </a:t>
            </a:r>
            <a:r>
              <a:rPr lang="en-US" sz="800" dirty="0" err="1">
                <a:sym typeface="Wingdings" pitchFamily="2" charset="2"/>
              </a:rPr>
              <a:t>PyBoolNet</a:t>
            </a:r>
            <a:r>
              <a:rPr lang="en-US" sz="800" dirty="0">
                <a:sym typeface="Wingdings" pitchFamily="2" charset="2"/>
              </a:rPr>
              <a:t>, …</a:t>
            </a:r>
            <a:endParaRPr lang="en-US" sz="8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BE4D534-C544-7AB6-AAE7-54BE79E438F5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723986" y="2245519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685A585-E2F8-7127-FD1F-8B0AD9F7725F}"/>
              </a:ext>
            </a:extLst>
          </p:cNvPr>
          <p:cNvCxnSpPr>
            <a:cxnSpLocks/>
          </p:cNvCxnSpPr>
          <p:nvPr/>
        </p:nvCxnSpPr>
        <p:spPr>
          <a:xfrm>
            <a:off x="5743399" y="3186710"/>
            <a:ext cx="0" cy="39636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560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9A9A4-1082-FBC0-54AE-FE2376B69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EF3BA4-62FE-10A2-F798-432A682F68A0}"/>
              </a:ext>
            </a:extLst>
          </p:cNvPr>
          <p:cNvSpPr txBox="1"/>
          <p:nvPr/>
        </p:nvSpPr>
        <p:spPr>
          <a:xfrm>
            <a:off x="2706050" y="2129598"/>
            <a:ext cx="2551750" cy="81724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User Input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Network parameters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Constraints on topology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Constraints on 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Optional: Network for null model matching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DFA139-0033-1D87-5965-1612A7046E0A}"/>
              </a:ext>
            </a:extLst>
          </p:cNvPr>
          <p:cNvSpPr txBox="1"/>
          <p:nvPr/>
        </p:nvSpPr>
        <p:spPr>
          <a:xfrm>
            <a:off x="2706004" y="3840054"/>
            <a:ext cx="2551796" cy="136207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Generation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Function Generators </a:t>
            </a:r>
            <a:br>
              <a:rPr lang="en-US" sz="800" dirty="0"/>
            </a:br>
            <a:r>
              <a:rPr lang="en-US" sz="800" i="1" dirty="0"/>
              <a:t>Generate functions with prescribed features: canalizing depth, layer structure, bias, 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dirty="0"/>
              <a:t>Random Boolean Network Generators</a:t>
            </a:r>
            <a:br>
              <a:rPr lang="en-US" sz="800" dirty="0"/>
            </a:br>
            <a:r>
              <a:rPr lang="en-US" sz="800" i="1" dirty="0"/>
              <a:t>Generate networks with controlled function-level and topological properties:</a:t>
            </a:r>
            <a:br>
              <a:rPr lang="en-US" sz="800" i="1" dirty="0"/>
            </a:br>
            <a:r>
              <a:rPr lang="en-US" sz="800" i="1" dirty="0"/>
              <a:t>degree distribution, wiring diagram, preserved bias and/or canalizing properties, 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E02E2B-C70B-A642-1E2A-F43C49D2DC31}"/>
              </a:ext>
            </a:extLst>
          </p:cNvPr>
          <p:cNvSpPr txBox="1"/>
          <p:nvPr/>
        </p:nvSpPr>
        <p:spPr>
          <a:xfrm>
            <a:off x="5613739" y="3976261"/>
            <a:ext cx="2682768" cy="122586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Analysis</a:t>
            </a:r>
            <a:r>
              <a:rPr lang="en-US" sz="8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Function-level metrics </a:t>
            </a:r>
            <a:br>
              <a:rPr lang="en-US" sz="800" dirty="0"/>
            </a:br>
            <a:r>
              <a:rPr lang="en-US" sz="800" i="1" dirty="0"/>
              <a:t>canalization, redundancy, symmetry, sensitivity, monotonicity, 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Structural network-level metrics </a:t>
            </a:r>
            <a:br>
              <a:rPr lang="en-US" sz="800" dirty="0"/>
            </a:br>
            <a:r>
              <a:rPr lang="en-US" sz="800" dirty="0"/>
              <a:t>recurring motifs, modularity, 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i="1" dirty="0"/>
              <a:t>Network dynamics metrics</a:t>
            </a:r>
            <a:br>
              <a:rPr lang="en-US" sz="800" i="1" dirty="0"/>
            </a:br>
            <a:r>
              <a:rPr lang="en-US" sz="800" i="1" dirty="0"/>
              <a:t>attractors, stability to perturbation,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27E6E4-2E41-6DC0-D66A-4CF32E7E8EBA}"/>
              </a:ext>
            </a:extLst>
          </p:cNvPr>
          <p:cNvSpPr txBox="1"/>
          <p:nvPr/>
        </p:nvSpPr>
        <p:spPr>
          <a:xfrm>
            <a:off x="5613739" y="2115572"/>
            <a:ext cx="2682768" cy="153233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dirty="0"/>
              <a:t>Scientific advances through ensemble experiments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Compare 5000+ Boolean regulatory functions from published bio models with random functions to reveal design principles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Explore the impact of function-level and topological parameters on network dynamics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Validate the significance of features in biological networks by comparison to ensemble of matched null 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BE494B3-1C38-AE25-9A12-52B1E330AB0A}"/>
              </a:ext>
            </a:extLst>
          </p:cNvPr>
          <p:cNvCxnSpPr>
            <a:cxnSpLocks/>
            <a:stCxn id="2" idx="2"/>
            <a:endCxn id="17" idx="0"/>
          </p:cNvCxnSpPr>
          <p:nvPr/>
        </p:nvCxnSpPr>
        <p:spPr>
          <a:xfrm flipH="1">
            <a:off x="3981902" y="2946843"/>
            <a:ext cx="23" cy="89321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604F8A-E310-3EFD-9412-5D29BE5284C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5257800" y="4521092"/>
            <a:ext cx="35593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14D94DD-3A07-3830-6ECC-67BD852BF7C0}"/>
              </a:ext>
            </a:extLst>
          </p:cNvPr>
          <p:cNvCxnSpPr>
            <a:cxnSpLocks/>
            <a:stCxn id="18" idx="0"/>
            <a:endCxn id="19" idx="2"/>
          </p:cNvCxnSpPr>
          <p:nvPr/>
        </p:nvCxnSpPr>
        <p:spPr>
          <a:xfrm flipV="1">
            <a:off x="6955123" y="3647906"/>
            <a:ext cx="0" cy="32835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653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4C79-07B4-59F9-3A28-D83B5D6D9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D0AC01-FE54-4085-1975-447DEA318C94}"/>
              </a:ext>
            </a:extLst>
          </p:cNvPr>
          <p:cNvSpPr txBox="1"/>
          <p:nvPr/>
        </p:nvSpPr>
        <p:spPr>
          <a:xfrm>
            <a:off x="2562327" y="2129598"/>
            <a:ext cx="2695474" cy="817245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User Input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Network parameters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Constraints on topology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Constraints on functions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dirty="0"/>
              <a:t>Optional: Boolean network for null model matching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35789-5F2F-7726-7B85-FDB12FE10BE2}"/>
              </a:ext>
            </a:extLst>
          </p:cNvPr>
          <p:cNvSpPr txBox="1"/>
          <p:nvPr/>
        </p:nvSpPr>
        <p:spPr>
          <a:xfrm>
            <a:off x="5591791" y="2129598"/>
            <a:ext cx="2695473" cy="1362075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Generation</a:t>
            </a:r>
            <a:r>
              <a:rPr lang="en-US" sz="800" dirty="0"/>
              <a:t> 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Random Boolean Function Generators </a:t>
            </a:r>
            <a:br>
              <a:rPr lang="en-US" sz="800" dirty="0"/>
            </a:br>
            <a:r>
              <a:rPr lang="en-US" sz="800" i="1" dirty="0"/>
              <a:t>Sample functions </a:t>
            </a:r>
            <a:r>
              <a:rPr lang="en-US" sz="800" b="1" dirty="0"/>
              <a:t>uniformly</a:t>
            </a:r>
            <a:r>
              <a:rPr lang="en-US" sz="800" i="1" dirty="0"/>
              <a:t> with prescribed canalizing depth, layer structure, bias,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Random Boolean Network Generators</a:t>
            </a:r>
            <a:br>
              <a:rPr lang="en-US" sz="800" dirty="0"/>
            </a:br>
            <a:r>
              <a:rPr lang="en-US" sz="800" i="1" dirty="0"/>
              <a:t>Generate networks with controlled topology and  function-level constraints:</a:t>
            </a:r>
            <a:br>
              <a:rPr lang="en-US" sz="800" i="1" dirty="0"/>
            </a:br>
            <a:r>
              <a:rPr lang="en-US" sz="800" i="1" dirty="0"/>
              <a:t>degree distribution or specific wiring diagram, </a:t>
            </a:r>
            <a:br>
              <a:rPr lang="en-US" sz="800" i="1" dirty="0"/>
            </a:br>
            <a:r>
              <a:rPr lang="en-US" sz="800" i="1" dirty="0"/>
              <a:t>bias, canalizing properties, 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41792-2E31-D344-F837-D9E5F1917539}"/>
              </a:ext>
            </a:extLst>
          </p:cNvPr>
          <p:cNvSpPr txBox="1"/>
          <p:nvPr/>
        </p:nvSpPr>
        <p:spPr>
          <a:xfrm>
            <a:off x="5591792" y="3742152"/>
            <a:ext cx="2695472" cy="122586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Analysis</a:t>
            </a:r>
            <a:r>
              <a:rPr lang="en-US" sz="800" dirty="0"/>
              <a:t> 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Function-level metrics </a:t>
            </a:r>
            <a:br>
              <a:rPr lang="en-US" sz="800" dirty="0"/>
            </a:br>
            <a:r>
              <a:rPr lang="en-US" sz="800" i="1" dirty="0"/>
              <a:t>canalization, redundancy, symmetry, sensitivity, monotonicity,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Structural network-level metrics </a:t>
            </a:r>
            <a:br>
              <a:rPr lang="en-US" sz="800" dirty="0"/>
            </a:br>
            <a:r>
              <a:rPr lang="en-US" sz="800" dirty="0"/>
              <a:t>recurring motifs, modularity, …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i="1" dirty="0"/>
              <a:t>Network dynamics metrics</a:t>
            </a:r>
            <a:br>
              <a:rPr lang="en-US" sz="800" i="1" dirty="0"/>
            </a:br>
            <a:r>
              <a:rPr lang="en-US" sz="800" i="1" dirty="0"/>
              <a:t>attractors, stability to perturbation, 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0B4262-C410-82C9-7060-8A4B80A5DCAD}"/>
              </a:ext>
            </a:extLst>
          </p:cNvPr>
          <p:cNvSpPr txBox="1"/>
          <p:nvPr/>
        </p:nvSpPr>
        <p:spPr>
          <a:xfrm>
            <a:off x="2562327" y="3200493"/>
            <a:ext cx="2695473" cy="1770698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000" b="1" u="sng" dirty="0"/>
              <a:t>Ensemble experiments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Function-level characterization (Fig 2A)</a:t>
            </a:r>
            <a:br>
              <a:rPr lang="en-US" sz="800" dirty="0"/>
            </a:br>
            <a:r>
              <a:rPr lang="en-US" sz="800" dirty="0"/>
              <a:t>Compare 5,000+ biological Boolean functions with constraint-matched random ensembles to uncover structural design principles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Parameter space exploration (Fig 2B)</a:t>
            </a:r>
            <a:br>
              <a:rPr lang="en-US" sz="800" dirty="0"/>
            </a:br>
            <a:r>
              <a:rPr lang="en-US" sz="800" dirty="0"/>
              <a:t>Systematically quantify how function-level and topological parameters shape network dynamics</a:t>
            </a:r>
          </a:p>
          <a:p>
            <a:pPr marL="171450" indent="-171450">
              <a:buFont typeface="Wingdings" pitchFamily="2" charset="2"/>
              <a:buChar char="v"/>
            </a:pPr>
            <a:r>
              <a:rPr lang="en-US" sz="800" b="1" dirty="0"/>
              <a:t>Null model hypothesis testing (Fig 2C)</a:t>
            </a:r>
            <a:br>
              <a:rPr lang="en-US" sz="800" dirty="0"/>
            </a:br>
            <a:r>
              <a:rPr lang="en-US" sz="800" dirty="0"/>
              <a:t>Assess the statistical significance of structural and dynamical features in biological networks using ensembles of matched null models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E1893C-10B0-4EB4-271E-36DB21C0759D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5257801" y="2538220"/>
            <a:ext cx="333991" cy="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B758DCF-4FFB-E8A7-F4B1-F970AFEE391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6939528" y="3491673"/>
            <a:ext cx="0" cy="25047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5BBD938-382A-FF54-6DE7-145EB8C52946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5257800" y="4355086"/>
            <a:ext cx="33399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902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836A5-0E2E-4EEF-64D1-7741FE57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>
            <a:extLst>
              <a:ext uri="{FF2B5EF4-FFF2-40B4-BE49-F238E27FC236}">
                <a16:creationId xmlns:a16="http://schemas.microsoft.com/office/drawing/2014/main" id="{BDEA4C74-EAE5-68AB-D3AA-C4D81596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933"/>
          <a:stretch>
            <a:fillRect/>
          </a:stretch>
        </p:blipFill>
        <p:spPr>
          <a:xfrm>
            <a:off x="494876" y="2201883"/>
            <a:ext cx="3095399" cy="3039271"/>
          </a:xfrm>
          <a:prstGeom prst="rect">
            <a:avLst/>
          </a:prstGeom>
        </p:spPr>
      </p:pic>
      <p:pic>
        <p:nvPicPr>
          <p:cNvPr id="22" name="Picture 21" descr="A table with a list of different degrees&#10;&#10;AI-generated content may be incorrect.">
            <a:extLst>
              <a:ext uri="{FF2B5EF4-FFF2-40B4-BE49-F238E27FC236}">
                <a16:creationId xmlns:a16="http://schemas.microsoft.com/office/drawing/2014/main" id="{033A2937-DAA1-04A9-3BAC-58541A026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791" y="4234745"/>
            <a:ext cx="3121074" cy="1101841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B1400C4D-310A-AA57-EC29-A25F552824B5}"/>
              </a:ext>
            </a:extLst>
          </p:cNvPr>
          <p:cNvGrpSpPr/>
          <p:nvPr/>
        </p:nvGrpSpPr>
        <p:grpSpPr>
          <a:xfrm>
            <a:off x="4052136" y="1535196"/>
            <a:ext cx="3203178" cy="3712618"/>
            <a:chOff x="4248905" y="3024136"/>
            <a:chExt cx="3203178" cy="3712618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C1D2C70-D422-9BB2-3C35-B127ABEC36EF}"/>
                </a:ext>
              </a:extLst>
            </p:cNvPr>
            <p:cNvGrpSpPr/>
            <p:nvPr/>
          </p:nvGrpSpPr>
          <p:grpSpPr>
            <a:xfrm>
              <a:off x="4248905" y="3581699"/>
              <a:ext cx="3203178" cy="3155055"/>
              <a:chOff x="3741454" y="2271479"/>
              <a:chExt cx="3494063" cy="321953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6F90DE5-C098-4DBB-D4DB-170DF595F6F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741454" y="2382833"/>
                <a:ext cx="3494063" cy="3108179"/>
                <a:chOff x="3701301" y="2814589"/>
                <a:chExt cx="3799100" cy="3379528"/>
              </a:xfrm>
            </p:grpSpPr>
            <p:pic>
              <p:nvPicPr>
                <p:cNvPr id="4" name="Picture 3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B8A2E544-5711-3568-286D-4624EB7E5A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8506" r="84179"/>
                <a:stretch>
                  <a:fillRect/>
                </a:stretch>
              </p:blipFill>
              <p:spPr>
                <a:xfrm>
                  <a:off x="4067827" y="2814589"/>
                  <a:ext cx="522382" cy="3379528"/>
                </a:xfrm>
                <a:prstGeom prst="rect">
                  <a:avLst/>
                </a:prstGeom>
              </p:spPr>
            </p:pic>
            <p:pic>
              <p:nvPicPr>
                <p:cNvPr id="5" name="Picture 4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C9F8EB2C-EBD8-EE54-53F2-21E9A89DED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59466"/>
                <a:stretch>
                  <a:fillRect/>
                </a:stretch>
              </p:blipFill>
              <p:spPr>
                <a:xfrm>
                  <a:off x="4605711" y="2814589"/>
                  <a:ext cx="2894690" cy="3379527"/>
                </a:xfrm>
                <a:prstGeom prst="rect">
                  <a:avLst/>
                </a:prstGeom>
              </p:spPr>
            </p:pic>
            <p:pic>
              <p:nvPicPr>
                <p:cNvPr id="6" name="Picture 5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478A1481-D713-2A5B-4F72-6C1583451A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4179" r="95015"/>
                <a:stretch>
                  <a:fillRect/>
                </a:stretch>
              </p:blipFill>
              <p:spPr>
                <a:xfrm>
                  <a:off x="3701301" y="3307978"/>
                  <a:ext cx="338903" cy="2761346"/>
                </a:xfrm>
                <a:prstGeom prst="rect">
                  <a:avLst/>
                </a:prstGeom>
              </p:spPr>
            </p:pic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945F9C1-5CEF-3EFF-E473-8E8CCE8BBFBA}"/>
                  </a:ext>
                </a:extLst>
              </p:cNvPr>
              <p:cNvSpPr/>
              <p:nvPr/>
            </p:nvSpPr>
            <p:spPr>
              <a:xfrm>
                <a:off x="4573246" y="2389183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8F4EB2E-74E3-76DC-FD09-BDF426F85D80}"/>
                  </a:ext>
                </a:extLst>
              </p:cNvPr>
              <p:cNvSpPr/>
              <p:nvPr/>
            </p:nvSpPr>
            <p:spPr>
              <a:xfrm rot="16200000">
                <a:off x="5781514" y="3502614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F5B7A53E-C96F-CC75-8D8C-0272B1423D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3306" t="52315"/>
            <a:stretch>
              <a:fillRect/>
            </a:stretch>
          </p:blipFill>
          <p:spPr>
            <a:xfrm>
              <a:off x="5043018" y="3592005"/>
              <a:ext cx="1537979" cy="23871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1E61C540-0E45-59F5-3212-1A7A29D09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43500" r="43133"/>
            <a:stretch>
              <a:fillRect/>
            </a:stretch>
          </p:blipFill>
          <p:spPr>
            <a:xfrm>
              <a:off x="5043018" y="3293004"/>
              <a:ext cx="2383494" cy="28284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47B4280-0D5A-295A-B080-5052EB8749A3}"/>
                </a:ext>
              </a:extLst>
            </p:cNvPr>
            <p:cNvSpPr txBox="1"/>
            <p:nvPr/>
          </p:nvSpPr>
          <p:spPr>
            <a:xfrm>
              <a:off x="5603209" y="3024136"/>
              <a:ext cx="1486625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Network degree</a:t>
              </a:r>
            </a:p>
          </p:txBody>
        </p:sp>
      </p:grpSp>
      <p:sp>
        <p:nvSpPr>
          <p:cNvPr id="51" name="Frame 50">
            <a:extLst>
              <a:ext uri="{FF2B5EF4-FFF2-40B4-BE49-F238E27FC236}">
                <a16:creationId xmlns:a16="http://schemas.microsoft.com/office/drawing/2014/main" id="{266DE118-998B-5FAA-4E26-07B60CD83234}"/>
              </a:ext>
            </a:extLst>
          </p:cNvPr>
          <p:cNvSpPr/>
          <p:nvPr/>
        </p:nvSpPr>
        <p:spPr>
          <a:xfrm>
            <a:off x="4002713" y="833718"/>
            <a:ext cx="3530278" cy="4586993"/>
          </a:xfrm>
          <a:prstGeom prst="frame">
            <a:avLst>
              <a:gd name="adj1" fmla="val 369"/>
            </a:avLst>
          </a:prstGeom>
          <a:ln cap="flat"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Frame 51">
            <a:extLst>
              <a:ext uri="{FF2B5EF4-FFF2-40B4-BE49-F238E27FC236}">
                <a16:creationId xmlns:a16="http://schemas.microsoft.com/office/drawing/2014/main" id="{C5244DB0-CD46-E988-A775-889C8ECFF9EE}"/>
              </a:ext>
            </a:extLst>
          </p:cNvPr>
          <p:cNvSpPr/>
          <p:nvPr/>
        </p:nvSpPr>
        <p:spPr>
          <a:xfrm>
            <a:off x="7648393" y="833718"/>
            <a:ext cx="3530278" cy="4586993"/>
          </a:xfrm>
          <a:prstGeom prst="frame">
            <a:avLst>
              <a:gd name="adj1" fmla="val 369"/>
            </a:avLst>
          </a:prstGeom>
          <a:ln cap="flat"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3" name="Frame 52">
            <a:extLst>
              <a:ext uri="{FF2B5EF4-FFF2-40B4-BE49-F238E27FC236}">
                <a16:creationId xmlns:a16="http://schemas.microsoft.com/office/drawing/2014/main" id="{AEB96B36-A652-B35B-F6A4-A225C3BEC564}"/>
              </a:ext>
            </a:extLst>
          </p:cNvPr>
          <p:cNvSpPr/>
          <p:nvPr/>
        </p:nvSpPr>
        <p:spPr>
          <a:xfrm>
            <a:off x="357033" y="833718"/>
            <a:ext cx="3530278" cy="4586993"/>
          </a:xfrm>
          <a:prstGeom prst="frame">
            <a:avLst>
              <a:gd name="adj1" fmla="val 369"/>
            </a:avLst>
          </a:prstGeom>
          <a:ln cap="flat"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4274D3-4387-9EC2-E996-40E01D28DBEF}"/>
              </a:ext>
            </a:extLst>
          </p:cNvPr>
          <p:cNvSpPr txBox="1"/>
          <p:nvPr/>
        </p:nvSpPr>
        <p:spPr>
          <a:xfrm>
            <a:off x="344509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9C56C5-144C-FD08-DDF9-B0EA26B33740}"/>
              </a:ext>
            </a:extLst>
          </p:cNvPr>
          <p:cNvSpPr txBox="1"/>
          <p:nvPr/>
        </p:nvSpPr>
        <p:spPr>
          <a:xfrm>
            <a:off x="4016958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F82B84-58B5-FA6D-8D7C-E8E7C454C28D}"/>
              </a:ext>
            </a:extLst>
          </p:cNvPr>
          <p:cNvSpPr txBox="1"/>
          <p:nvPr/>
        </p:nvSpPr>
        <p:spPr>
          <a:xfrm>
            <a:off x="7653039" y="89093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55FAC3B-1467-7B95-DDD0-7BC68F32E7F5}"/>
              </a:ext>
            </a:extLst>
          </p:cNvPr>
          <p:cNvGrpSpPr/>
          <p:nvPr/>
        </p:nvGrpSpPr>
        <p:grpSpPr>
          <a:xfrm>
            <a:off x="7856379" y="1283294"/>
            <a:ext cx="2906145" cy="3114663"/>
            <a:chOff x="7856379" y="1283294"/>
            <a:chExt cx="2906145" cy="3114663"/>
          </a:xfrm>
        </p:grpSpPr>
        <p:pic>
          <p:nvPicPr>
            <p:cNvPr id="9" name="Picture 8" descr="A diagram of a number of data&#10;&#10;AI-generated content may be incorrect.">
              <a:extLst>
                <a:ext uri="{FF2B5EF4-FFF2-40B4-BE49-F238E27FC236}">
                  <a16:creationId xmlns:a16="http://schemas.microsoft.com/office/drawing/2014/main" id="{7337774E-51DF-27FD-E0FA-A7E000912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304" t="28590" r="61652" b="14476"/>
            <a:stretch>
              <a:fillRect/>
            </a:stretch>
          </p:blipFill>
          <p:spPr>
            <a:xfrm>
              <a:off x="8199764" y="1858361"/>
              <a:ext cx="2562760" cy="240004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31ACEFB-B5E1-2746-DCB1-B4C31FDC71D8}"/>
                </a:ext>
              </a:extLst>
            </p:cNvPr>
            <p:cNvSpPr txBox="1"/>
            <p:nvPr/>
          </p:nvSpPr>
          <p:spPr>
            <a:xfrm rot="16200000">
              <a:off x="6657205" y="2875617"/>
              <a:ext cx="2721514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First-order approximation error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03DA70CE-505C-172E-40ED-997C44F92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10668" y="1283294"/>
              <a:ext cx="1699062" cy="803610"/>
            </a:xfrm>
            <a:prstGeom prst="rect">
              <a:avLst/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E5A1A7DD-9DB7-E932-3880-3AC817E012BD}"/>
              </a:ext>
            </a:extLst>
          </p:cNvPr>
          <p:cNvSpPr txBox="1"/>
          <p:nvPr/>
        </p:nvSpPr>
        <p:spPr>
          <a:xfrm>
            <a:off x="786153" y="905420"/>
            <a:ext cx="3095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Function-level characterization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CCB232B-36D2-B648-1A2C-8CA41ED16F0B}"/>
              </a:ext>
            </a:extLst>
          </p:cNvPr>
          <p:cNvSpPr txBox="1"/>
          <p:nvPr/>
        </p:nvSpPr>
        <p:spPr>
          <a:xfrm>
            <a:off x="4660196" y="921716"/>
            <a:ext cx="28567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Parameter space exploration </a:t>
            </a:r>
            <a:endParaRPr lang="en-US" sz="16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CA746E-418E-C1B1-F936-22F64F2AF81B}"/>
              </a:ext>
            </a:extLst>
          </p:cNvPr>
          <p:cNvSpPr txBox="1"/>
          <p:nvPr/>
        </p:nvSpPr>
        <p:spPr>
          <a:xfrm>
            <a:off x="8207536" y="889229"/>
            <a:ext cx="2964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Null model hypothesis testing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5E9689-B409-C04C-CCB1-1A01D2CFDABD}"/>
              </a:ext>
            </a:extLst>
          </p:cNvPr>
          <p:cNvSpPr txBox="1"/>
          <p:nvPr/>
        </p:nvSpPr>
        <p:spPr>
          <a:xfrm>
            <a:off x="1990335" y="2338417"/>
            <a:ext cx="178843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rgbClr val="E6550E"/>
                </a:solidFill>
              </a:rPr>
              <a:t>biological networks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4EBBE0-AD4F-1313-9DD7-3B41CA465944}"/>
              </a:ext>
            </a:extLst>
          </p:cNvPr>
          <p:cNvSpPr txBox="1"/>
          <p:nvPr/>
        </p:nvSpPr>
        <p:spPr>
          <a:xfrm>
            <a:off x="2135401" y="3843959"/>
            <a:ext cx="17643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expectation</a:t>
            </a:r>
            <a:b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(random functions)</a:t>
            </a:r>
          </a:p>
        </p:txBody>
      </p:sp>
    </p:spTree>
    <p:extLst>
      <p:ext uri="{BB962C8B-B14F-4D97-AF65-F5344CB8AC3E}">
        <p14:creationId xmlns:p14="http://schemas.microsoft.com/office/powerpoint/2010/main" val="3969123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BFDF6-EF9D-BCEC-8B81-4E75B61EB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950CB7C-7B4E-B27A-913F-AD37BF6EDF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1"/>
          <a:stretch>
            <a:fillRect/>
          </a:stretch>
        </p:blipFill>
        <p:spPr>
          <a:xfrm>
            <a:off x="714729" y="2338417"/>
            <a:ext cx="2993408" cy="286764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D36978-2F52-9BDA-24D8-EA3DEC8724EF}"/>
              </a:ext>
            </a:extLst>
          </p:cNvPr>
          <p:cNvSpPr txBox="1"/>
          <p:nvPr/>
        </p:nvSpPr>
        <p:spPr>
          <a:xfrm>
            <a:off x="7688407" y="912002"/>
            <a:ext cx="3521864" cy="4476452"/>
          </a:xfrm>
          <a:prstGeom prst="roundRect">
            <a:avLst>
              <a:gd name="adj" fmla="val 7885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910065-785D-152B-2397-AEF3339E2453}"/>
              </a:ext>
            </a:extLst>
          </p:cNvPr>
          <p:cNvSpPr txBox="1"/>
          <p:nvPr/>
        </p:nvSpPr>
        <p:spPr>
          <a:xfrm>
            <a:off x="826494" y="921716"/>
            <a:ext cx="3095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Function-level characterization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6B8307-9282-5407-F5DD-9F3424F89B25}"/>
              </a:ext>
            </a:extLst>
          </p:cNvPr>
          <p:cNvSpPr txBox="1"/>
          <p:nvPr/>
        </p:nvSpPr>
        <p:spPr>
          <a:xfrm>
            <a:off x="4606408" y="921716"/>
            <a:ext cx="28567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Parameter space exploration </a:t>
            </a:r>
            <a:endParaRPr lang="en-US" sz="16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8B8A7B-878F-CF7F-E31B-6D3821A1A314}"/>
              </a:ext>
            </a:extLst>
          </p:cNvPr>
          <p:cNvSpPr txBox="1"/>
          <p:nvPr/>
        </p:nvSpPr>
        <p:spPr>
          <a:xfrm>
            <a:off x="369367" y="921716"/>
            <a:ext cx="3521864" cy="4476452"/>
          </a:xfrm>
          <a:prstGeom prst="roundRect">
            <a:avLst>
              <a:gd name="adj" fmla="val 7885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C7CB346-79F3-6D54-98C8-7C8C562C9FD5}"/>
              </a:ext>
            </a:extLst>
          </p:cNvPr>
          <p:cNvSpPr txBox="1"/>
          <p:nvPr/>
        </p:nvSpPr>
        <p:spPr>
          <a:xfrm>
            <a:off x="8059619" y="921716"/>
            <a:ext cx="2964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Null model hypothesis testing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75393A-D68B-FAA7-E82F-EC538291B8B8}"/>
              </a:ext>
            </a:extLst>
          </p:cNvPr>
          <p:cNvSpPr txBox="1"/>
          <p:nvPr/>
        </p:nvSpPr>
        <p:spPr>
          <a:xfrm>
            <a:off x="4056110" y="910604"/>
            <a:ext cx="3521864" cy="4476452"/>
          </a:xfrm>
          <a:prstGeom prst="roundRect">
            <a:avLst>
              <a:gd name="adj" fmla="val 7885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  <a:p>
            <a:endParaRPr lang="en-US" sz="800" dirty="0"/>
          </a:p>
        </p:txBody>
      </p:sp>
      <p:pic>
        <p:nvPicPr>
          <p:cNvPr id="22" name="Picture 21" descr="A table with a list of different degrees&#10;&#10;AI-generated content may be incorrect.">
            <a:extLst>
              <a:ext uri="{FF2B5EF4-FFF2-40B4-BE49-F238E27FC236}">
                <a16:creationId xmlns:a16="http://schemas.microsoft.com/office/drawing/2014/main" id="{A7814195-DAFB-B146-A8FA-B9CF176BA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5897" y="4217227"/>
            <a:ext cx="3208785" cy="1132806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4791505F-F5BE-5E96-FA79-F5B3726EEFF1}"/>
              </a:ext>
            </a:extLst>
          </p:cNvPr>
          <p:cNvGrpSpPr/>
          <p:nvPr/>
        </p:nvGrpSpPr>
        <p:grpSpPr>
          <a:xfrm>
            <a:off x="4132817" y="1523516"/>
            <a:ext cx="3232824" cy="3724298"/>
            <a:chOff x="4235457" y="3012456"/>
            <a:chExt cx="3232824" cy="3724298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069D2F8-A682-EE36-B8DA-663A3FE3073E}"/>
                </a:ext>
              </a:extLst>
            </p:cNvPr>
            <p:cNvGrpSpPr/>
            <p:nvPr/>
          </p:nvGrpSpPr>
          <p:grpSpPr>
            <a:xfrm>
              <a:off x="4235457" y="3581699"/>
              <a:ext cx="3216625" cy="3155055"/>
              <a:chOff x="3726785" y="2271479"/>
              <a:chExt cx="3508731" cy="3219533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76AC6B99-F01D-01B2-F1CC-62BD24497E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726785" y="2382833"/>
                <a:ext cx="3508731" cy="3108179"/>
                <a:chOff x="3685352" y="2814589"/>
                <a:chExt cx="3815049" cy="3379528"/>
              </a:xfrm>
            </p:grpSpPr>
            <p:pic>
              <p:nvPicPr>
                <p:cNvPr id="4" name="Picture 3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56CD5707-742F-DC60-39B1-A266DA5DFA6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8506" r="84179"/>
                <a:stretch>
                  <a:fillRect/>
                </a:stretch>
              </p:blipFill>
              <p:spPr>
                <a:xfrm>
                  <a:off x="4067827" y="2814589"/>
                  <a:ext cx="522382" cy="3379528"/>
                </a:xfrm>
                <a:prstGeom prst="rect">
                  <a:avLst/>
                </a:prstGeom>
              </p:spPr>
            </p:pic>
            <p:pic>
              <p:nvPicPr>
                <p:cNvPr id="5" name="Picture 4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CF6E992C-F33D-B87C-A3EF-0670C64D01C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59466"/>
                <a:stretch>
                  <a:fillRect/>
                </a:stretch>
              </p:blipFill>
              <p:spPr>
                <a:xfrm>
                  <a:off x="4605711" y="2814589"/>
                  <a:ext cx="2894690" cy="3379527"/>
                </a:xfrm>
                <a:prstGeom prst="rect">
                  <a:avLst/>
                </a:prstGeom>
              </p:spPr>
            </p:pic>
            <p:pic>
              <p:nvPicPr>
                <p:cNvPr id="6" name="Picture 5" descr="A graph of different sizes and colors&#10;&#10;AI-generated content may be incorrect.">
                  <a:extLst>
                    <a:ext uri="{FF2B5EF4-FFF2-40B4-BE49-F238E27FC236}">
                      <a16:creationId xmlns:a16="http://schemas.microsoft.com/office/drawing/2014/main" id="{5D7F8D4C-68A0-009E-C65D-72E7A4D3B0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4179" r="95015"/>
                <a:stretch>
                  <a:fillRect/>
                </a:stretch>
              </p:blipFill>
              <p:spPr>
                <a:xfrm>
                  <a:off x="3685352" y="3307978"/>
                  <a:ext cx="338903" cy="2761346"/>
                </a:xfrm>
                <a:prstGeom prst="rect">
                  <a:avLst/>
                </a:prstGeom>
              </p:spPr>
            </p:pic>
          </p:grp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ACD4A53-A4F0-C0E2-E097-E140360DF0E2}"/>
                  </a:ext>
                </a:extLst>
              </p:cNvPr>
              <p:cNvSpPr/>
              <p:nvPr/>
            </p:nvSpPr>
            <p:spPr>
              <a:xfrm>
                <a:off x="4573246" y="2389183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1191CD8-F38C-2CEA-01C9-E9682DAF8D72}"/>
                  </a:ext>
                </a:extLst>
              </p:cNvPr>
              <p:cNvSpPr/>
              <p:nvPr/>
            </p:nvSpPr>
            <p:spPr>
              <a:xfrm rot="16200000">
                <a:off x="5781514" y="3502614"/>
                <a:ext cx="2634378" cy="17210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C6552EB-7F4D-96A1-041F-B14C6FEF5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63306" t="52315"/>
            <a:stretch>
              <a:fillRect/>
            </a:stretch>
          </p:blipFill>
          <p:spPr>
            <a:xfrm>
              <a:off x="5930302" y="3616169"/>
              <a:ext cx="1537979" cy="238714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7837D6B2-2741-CA8F-03C9-237CF5BDE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43500" r="43133"/>
            <a:stretch>
              <a:fillRect/>
            </a:stretch>
          </p:blipFill>
          <p:spPr>
            <a:xfrm>
              <a:off x="5043018" y="3293004"/>
              <a:ext cx="2383494" cy="28284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97B63C5-14A5-B148-DC44-26176E6F7DD9}"/>
                </a:ext>
              </a:extLst>
            </p:cNvPr>
            <p:cNvSpPr txBox="1"/>
            <p:nvPr/>
          </p:nvSpPr>
          <p:spPr>
            <a:xfrm>
              <a:off x="5481888" y="3012456"/>
              <a:ext cx="1743041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constant in-degree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DCDD72F6-F348-9F5B-B442-6CFA46160C7E}"/>
              </a:ext>
            </a:extLst>
          </p:cNvPr>
          <p:cNvSpPr txBox="1"/>
          <p:nvPr/>
        </p:nvSpPr>
        <p:spPr>
          <a:xfrm>
            <a:off x="505873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598C547-479B-5180-5D7B-0FFF61DFE239}"/>
              </a:ext>
            </a:extLst>
          </p:cNvPr>
          <p:cNvSpPr txBox="1"/>
          <p:nvPr/>
        </p:nvSpPr>
        <p:spPr>
          <a:xfrm>
            <a:off x="4124534" y="890938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C64C76-D9EF-6A87-0C7D-42E0A292EF24}"/>
              </a:ext>
            </a:extLst>
          </p:cNvPr>
          <p:cNvSpPr txBox="1"/>
          <p:nvPr/>
        </p:nvSpPr>
        <p:spPr>
          <a:xfrm>
            <a:off x="7733721" y="89093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6F3556B-48FB-1B00-0EFA-BC952FA012B7}"/>
              </a:ext>
            </a:extLst>
          </p:cNvPr>
          <p:cNvGrpSpPr/>
          <p:nvPr/>
        </p:nvGrpSpPr>
        <p:grpSpPr>
          <a:xfrm>
            <a:off x="7762250" y="1283294"/>
            <a:ext cx="2906145" cy="3114663"/>
            <a:chOff x="7856379" y="1283294"/>
            <a:chExt cx="2906145" cy="3114663"/>
          </a:xfrm>
        </p:grpSpPr>
        <p:pic>
          <p:nvPicPr>
            <p:cNvPr id="9" name="Picture 8" descr="A diagram of a number of data&#10;&#10;AI-generated content may be incorrect.">
              <a:extLst>
                <a:ext uri="{FF2B5EF4-FFF2-40B4-BE49-F238E27FC236}">
                  <a16:creationId xmlns:a16="http://schemas.microsoft.com/office/drawing/2014/main" id="{F6ED234B-0020-0FCE-5A91-2E9F09DB92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3304" t="28590" r="61652" b="14476"/>
            <a:stretch>
              <a:fillRect/>
            </a:stretch>
          </p:blipFill>
          <p:spPr>
            <a:xfrm>
              <a:off x="8199764" y="1858361"/>
              <a:ext cx="2562760" cy="240004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B035742-A9E0-1607-3A21-7A677242D163}"/>
                </a:ext>
              </a:extLst>
            </p:cNvPr>
            <p:cNvSpPr txBox="1"/>
            <p:nvPr/>
          </p:nvSpPr>
          <p:spPr>
            <a:xfrm rot="16200000">
              <a:off x="6657205" y="2875617"/>
              <a:ext cx="2721514" cy="323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500" dirty="0"/>
                <a:t>First-order approximation error</a:t>
              </a:r>
            </a:p>
          </p:txBody>
        </p: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7D4256BB-F565-9F76-420A-432D423B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910668" y="1283294"/>
              <a:ext cx="1699062" cy="80361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92E97A4B-9EDF-C370-1523-722C9B41B650}"/>
              </a:ext>
            </a:extLst>
          </p:cNvPr>
          <p:cNvSpPr txBox="1"/>
          <p:nvPr/>
        </p:nvSpPr>
        <p:spPr>
          <a:xfrm>
            <a:off x="1990335" y="2338417"/>
            <a:ext cx="178843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rgbClr val="E6550E"/>
                </a:solidFill>
              </a:rPr>
              <a:t>biological networks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29C0AB-4AA7-59E4-717A-A7B3DC6DB4D2}"/>
              </a:ext>
            </a:extLst>
          </p:cNvPr>
          <p:cNvSpPr txBox="1"/>
          <p:nvPr/>
        </p:nvSpPr>
        <p:spPr>
          <a:xfrm>
            <a:off x="2135401" y="3843959"/>
            <a:ext cx="17643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expectation</a:t>
            </a:r>
            <a:b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5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(random functions)</a:t>
            </a:r>
          </a:p>
        </p:txBody>
      </p:sp>
    </p:spTree>
    <p:extLst>
      <p:ext uri="{BB962C8B-B14F-4D97-AF65-F5344CB8AC3E}">
        <p14:creationId xmlns:p14="http://schemas.microsoft.com/office/powerpoint/2010/main" val="3162223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B13B2-35D4-00E1-F8CD-40A269CEC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F3A772-A2C7-01E5-95CF-B6FC792A1454}"/>
              </a:ext>
            </a:extLst>
          </p:cNvPr>
          <p:cNvSpPr txBox="1"/>
          <p:nvPr/>
        </p:nvSpPr>
        <p:spPr>
          <a:xfrm>
            <a:off x="457201" y="1909482"/>
            <a:ext cx="39429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 122 published biological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AC9DB-401B-87D0-D304-E9CD4FFEA054}"/>
              </a:ext>
            </a:extLst>
          </p:cNvPr>
          <p:cNvSpPr txBox="1"/>
          <p:nvPr/>
        </p:nvSpPr>
        <p:spPr>
          <a:xfrm>
            <a:off x="457201" y="2669241"/>
            <a:ext cx="313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Extract &gt;5000 regulatory rules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2F1E61-07CB-A9B6-192C-5D856BEB279B}"/>
              </a:ext>
            </a:extLst>
          </p:cNvPr>
          <p:cNvSpPr txBox="1"/>
          <p:nvPr/>
        </p:nvSpPr>
        <p:spPr>
          <a:xfrm>
            <a:off x="3010591" y="3607839"/>
            <a:ext cx="4003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Analyze the abundance of canalization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09F9C5-CD3C-6F8D-4102-05DBE9D49E80}"/>
              </a:ext>
            </a:extLst>
          </p:cNvPr>
          <p:cNvSpPr txBox="1"/>
          <p:nvPr/>
        </p:nvSpPr>
        <p:spPr>
          <a:xfrm>
            <a:off x="4687367" y="1928319"/>
            <a:ext cx="5767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Generate a large ensemble of random Boolean functions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6A2D28-B59E-CB79-79A4-5C7011DBAB95}"/>
              </a:ext>
            </a:extLst>
          </p:cNvPr>
          <p:cNvSpPr txBox="1"/>
          <p:nvPr/>
        </p:nvSpPr>
        <p:spPr>
          <a:xfrm>
            <a:off x="470647" y="5100028"/>
            <a:ext cx="10260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Statistical analysis yields finding: bio networks are massively enriched for nested canalizing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4F520-DE3C-2AC9-ED94-3684C37AF8C5}"/>
              </a:ext>
            </a:extLst>
          </p:cNvPr>
          <p:cNvSpPr txBox="1"/>
          <p:nvPr/>
        </p:nvSpPr>
        <p:spPr>
          <a:xfrm>
            <a:off x="937985" y="436130"/>
            <a:ext cx="790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Extract and analyze Boolean functions to identify anomalies/design principles</a:t>
            </a:r>
          </a:p>
        </p:txBody>
      </p:sp>
    </p:spTree>
    <p:extLst>
      <p:ext uri="{BB962C8B-B14F-4D97-AF65-F5344CB8AC3E}">
        <p14:creationId xmlns:p14="http://schemas.microsoft.com/office/powerpoint/2010/main" val="401518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0D7A8-B395-430F-5645-255CEE002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B92E9B-2B62-9813-9B2E-E99C5A75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50" y="0"/>
            <a:ext cx="9344900" cy="4809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313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7174</TotalTime>
  <Words>1434</Words>
  <Application>Microsoft Macintosh PowerPoint</Application>
  <PresentationFormat>Widescreen</PresentationFormat>
  <Paragraphs>294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Kadelka, Claus [MATH]</dc:creator>
  <cp:lastModifiedBy>Kadelka, Claus [MATH]</cp:lastModifiedBy>
  <cp:revision>11</cp:revision>
  <cp:lastPrinted>2026-02-15T04:27:04Z</cp:lastPrinted>
  <dcterms:created xsi:type="dcterms:W3CDTF">2025-08-21T05:48:11Z</dcterms:created>
  <dcterms:modified xsi:type="dcterms:W3CDTF">2026-02-15T04:29:43Z</dcterms:modified>
</cp:coreProperties>
</file>