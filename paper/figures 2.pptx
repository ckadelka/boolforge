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40" d="100"/>
          <a:sy n="140" d="100"/>
        </p:scale>
        <p:origin x="56" y="-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ADD5F-1F42-3F94-526A-ED295E7E7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22B73-D56F-9F41-8080-8CE1100FA0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A958A-05CC-D8E0-AECC-87A7C69C7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3A6AE6-3028-C6EC-5E84-41DDD4924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E06661-5A7D-93C0-EDEF-82089BD8A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58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5720D-0771-5359-4EC8-0CDD14438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A1BD8-1110-6C06-C7BB-44172F0256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7A0977-8DB4-ECEE-9091-D31A79F2C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C68F96-A609-AA93-CC2D-21870CD4B0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BF8BBA-4CB2-A28A-A091-C489F5B2B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79370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B5D38-B70F-9B52-0864-5D16679EEF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A232C6-B064-7CEB-9836-D0068C4447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D13A11-3C5A-2F9F-A285-387DA6F48B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E77CA-0D9C-52F7-9C10-3830141CC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4F7BE-D4AC-F6E8-8BA9-C8D40E121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634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8CEB-2227-7B5A-7902-41281D4DC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85857-2F70-C3A2-0737-DAD869BC74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BAA5FB-8177-EAE4-5282-B01BCE25BA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5378DA9-AFE6-A93A-F1D2-78938F768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4E9A7F-69EB-63A7-8932-3606332F9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9B2201-C2CF-BD01-ADF1-2D2F06DE0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17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0564-04A5-BD6A-F59D-D540F3018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64615-2A27-E0E6-3D2E-75E0D20D6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C97AFF-DE62-AE9B-7B17-8C2DFC4E9E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A57AE0-0D6E-066E-EFE9-FD8F1D18AA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596B99-940C-2AFF-2B43-E10DD609B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17A775-D6F6-6BF4-5EEE-EABF795A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F469B4-FFEE-0729-29BA-8566C86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D22761-CD91-D5E3-E802-8916ADE17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59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3E058-3DD7-41FB-41BC-92432C1139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5052E9-B98C-6980-71BA-059C71579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73E58E-7EA9-035C-1CF1-2B05BB421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9B849D-8101-6A2B-EAED-19BF27B357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808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5D61B3-7CE0-F1D2-8B80-52DC90E41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56824-DCAD-FD87-5571-E9A248736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C77BA7-E194-9342-2FC7-B8387CD7CA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638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8B249D-25EE-74F1-357B-0F3CCC627A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6100-C32B-85F5-A31B-1A411CBDC7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837C8A-9612-1C70-F31A-8DF595A1AB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0BA9F7-D742-18A0-A994-48F74F729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FAC8-C675-3471-DD2A-22A8B79AF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D803E4-0E0B-C5DA-DDB3-F80E6AA67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7604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E1C40-885E-17D5-B5F3-8178725A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20CEBB-DAFC-CDE1-904F-87AC99B1C3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F023BA-4A24-106C-A15A-7FACE6D78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0BADDB-795F-5DF6-3F94-C03D2175CC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FC4638-0075-3944-4966-B5C2214AD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C042F5-96E1-F424-9DAD-CF88A5A31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5910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58FC20-124C-4C3E-BE0C-B43CE5CC3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87BCF2-CC6E-9C09-EE11-1335E19F41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97C92A-4A00-27B3-3D27-0BCA207CD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8F0BAF-F5F3-42EC-F936-606DC46709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9F91D8-F687-7484-D862-CEA2252E8D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695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D8D1256-11A1-4153-E144-9E68E78E29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FF30C-81E6-89C5-6A5F-C9BC1C6000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AF5C59-3EFA-46F0-0078-DF8A38C810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DB3BD-774B-1EC6-C2D3-D14F4773A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75662-10D1-4719-D414-ED86693C8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97283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EB2F87-854C-890D-4C3F-C120DC1330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3A12A8-4237-A525-74F2-CD8B1A36BF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16DD67-1917-D3D1-5548-C3DA14C8D6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52C986-E6B3-0542-991B-C21B35145D96}" type="datetimeFigureOut">
              <a:rPr lang="en-US" smtClean="0"/>
              <a:t>5/6/26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56932-D8DD-66AF-6E81-9D9E3992AA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3F06D-16DF-5FD7-1038-A4720C349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E4256-CB4A-984A-9AF1-EB64AA1E35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229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464D32B-0C14-BD27-2B0D-1BD8C66D94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000500" y="285750"/>
            <a:ext cx="4191000" cy="6286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99DDCC6-EF7A-0D9D-B0EF-24EB45853D3D}"/>
              </a:ext>
            </a:extLst>
          </p:cNvPr>
          <p:cNvSpPr txBox="1"/>
          <p:nvPr/>
        </p:nvSpPr>
        <p:spPr>
          <a:xfrm>
            <a:off x="6129051" y="766653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(3), n=378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FFC18D-DE80-46B2-111E-60F876516A40}"/>
              </a:ext>
            </a:extLst>
          </p:cNvPr>
          <p:cNvSpPr txBox="1"/>
          <p:nvPr/>
        </p:nvSpPr>
        <p:spPr>
          <a:xfrm>
            <a:off x="7724661" y="2163959"/>
            <a:ext cx="7072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(1,2), n=281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E34C2A-220C-723F-D464-847E9AD40657}"/>
              </a:ext>
            </a:extLst>
          </p:cNvPr>
          <p:cNvSpPr txBox="1"/>
          <p:nvPr/>
        </p:nvSpPr>
        <p:spPr>
          <a:xfrm>
            <a:off x="5325146" y="2610557"/>
            <a:ext cx="62388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(4), n=141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6C61CA-DDBC-22A9-5921-E3FDC6720A3F}"/>
              </a:ext>
            </a:extLst>
          </p:cNvPr>
          <p:cNvSpPr txBox="1"/>
          <p:nvPr/>
        </p:nvSpPr>
        <p:spPr>
          <a:xfrm>
            <a:off x="6924682" y="3338731"/>
            <a:ext cx="70724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(2,2), n=128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B19F33B-64B3-0DF6-3D9A-B4968868BC8B}"/>
              </a:ext>
            </a:extLst>
          </p:cNvPr>
          <p:cNvSpPr txBox="1"/>
          <p:nvPr/>
        </p:nvSpPr>
        <p:spPr>
          <a:xfrm>
            <a:off x="7724661" y="3361033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(1,3), n=84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4BFDC2C-9E37-A4BE-54A1-D65E214DB695}"/>
              </a:ext>
            </a:extLst>
          </p:cNvPr>
          <p:cNvSpPr txBox="1"/>
          <p:nvPr/>
        </p:nvSpPr>
        <p:spPr>
          <a:xfrm>
            <a:off x="7751911" y="4020300"/>
            <a:ext cx="73609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(1,1,2), n=47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C946F63-1C5D-A3E3-23CD-7C17F3CA524B}"/>
              </a:ext>
            </a:extLst>
          </p:cNvPr>
          <p:cNvSpPr txBox="1"/>
          <p:nvPr/>
        </p:nvSpPr>
        <p:spPr>
          <a:xfrm>
            <a:off x="4748964" y="4475730"/>
            <a:ext cx="56938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(5), n=59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BE233DB-B71D-5651-7CFD-4764E60CC4AE}"/>
              </a:ext>
            </a:extLst>
          </p:cNvPr>
          <p:cNvSpPr txBox="1"/>
          <p:nvPr/>
        </p:nvSpPr>
        <p:spPr>
          <a:xfrm>
            <a:off x="5871608" y="4935364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(3,2), n=41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6AAF533-48F9-7138-79AD-80A5C579E231}"/>
              </a:ext>
            </a:extLst>
          </p:cNvPr>
          <p:cNvSpPr txBox="1"/>
          <p:nvPr/>
        </p:nvSpPr>
        <p:spPr>
          <a:xfrm>
            <a:off x="6729087" y="5676161"/>
            <a:ext cx="681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(2,1,2), n=6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FC80E87-8CE1-2551-3FEA-7EDA46D38227}"/>
              </a:ext>
            </a:extLst>
          </p:cNvPr>
          <p:cNvSpPr txBox="1"/>
          <p:nvPr/>
        </p:nvSpPr>
        <p:spPr>
          <a:xfrm>
            <a:off x="7120027" y="5109652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(2,3), n=28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2647F6B-9D72-0500-C1F0-6E21B4A26486}"/>
              </a:ext>
            </a:extLst>
          </p:cNvPr>
          <p:cNvSpPr txBox="1"/>
          <p:nvPr/>
        </p:nvSpPr>
        <p:spPr>
          <a:xfrm>
            <a:off x="7525805" y="4957507"/>
            <a:ext cx="65274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(1,4), n=29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9D1B4CB-EA84-BACD-9B8B-D6158D791E13}"/>
              </a:ext>
            </a:extLst>
          </p:cNvPr>
          <p:cNvSpPr txBox="1"/>
          <p:nvPr/>
        </p:nvSpPr>
        <p:spPr>
          <a:xfrm>
            <a:off x="7945332" y="5616774"/>
            <a:ext cx="681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(1,2,2), n=7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99127C9-5546-9C92-815C-19745DEF02C5}"/>
              </a:ext>
            </a:extLst>
          </p:cNvPr>
          <p:cNvSpPr txBox="1"/>
          <p:nvPr/>
        </p:nvSpPr>
        <p:spPr>
          <a:xfrm>
            <a:off x="7943654" y="5879068"/>
            <a:ext cx="76495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(1,1,1,2), n=4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255907B-52E9-615B-90CE-3CE4F1E6A1F4}"/>
              </a:ext>
            </a:extLst>
          </p:cNvPr>
          <p:cNvSpPr txBox="1"/>
          <p:nvPr/>
        </p:nvSpPr>
        <p:spPr>
          <a:xfrm>
            <a:off x="7460825" y="5441778"/>
            <a:ext cx="68159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solidFill>
                  <a:srgbClr val="FF0000"/>
                </a:solidFill>
              </a:rPr>
              <a:t>(1,1,3), n=8</a:t>
            </a:r>
          </a:p>
        </p:txBody>
      </p:sp>
    </p:spTree>
    <p:extLst>
      <p:ext uri="{BB962C8B-B14F-4D97-AF65-F5344CB8AC3E}">
        <p14:creationId xmlns:p14="http://schemas.microsoft.com/office/powerpoint/2010/main" val="4257418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8F4B6-185D-CA2E-4C0D-1E623CFA7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A63878-AF8D-1191-2ED5-B91F91812C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018"/>
          <a:stretch>
            <a:fillRect/>
          </a:stretch>
        </p:blipFill>
        <p:spPr>
          <a:xfrm>
            <a:off x="4629925" y="1560668"/>
            <a:ext cx="3479800" cy="263343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267AF12-B1BB-243F-D533-AABCA0F94D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8325" y="3759200"/>
            <a:ext cx="3581400" cy="309880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1C5C6A5-4128-9120-67B1-B909D307CEC0}"/>
              </a:ext>
            </a:extLst>
          </p:cNvPr>
          <p:cNvSpPr txBox="1"/>
          <p:nvPr/>
        </p:nvSpPr>
        <p:spPr>
          <a:xfrm>
            <a:off x="4431488" y="1406779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A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C255550-AF82-B99B-2BFE-DE396AFA8048}"/>
              </a:ext>
            </a:extLst>
          </p:cNvPr>
          <p:cNvSpPr txBox="1"/>
          <p:nvPr/>
        </p:nvSpPr>
        <p:spPr>
          <a:xfrm>
            <a:off x="4431488" y="4040209"/>
            <a:ext cx="2952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/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913322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10019</TotalTime>
  <Words>86</Words>
  <Application>Microsoft Macintosh PowerPoint</Application>
  <PresentationFormat>Widescreen</PresentationFormat>
  <Paragraphs>16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Kadelka, Claus [MATH]</dc:creator>
  <cp:lastModifiedBy>Kadelka, Claus [MATH]</cp:lastModifiedBy>
  <cp:revision>4</cp:revision>
  <cp:lastPrinted>2026-05-06T16:36:52Z</cp:lastPrinted>
  <dcterms:created xsi:type="dcterms:W3CDTF">2026-05-06T05:34:23Z</dcterms:created>
  <dcterms:modified xsi:type="dcterms:W3CDTF">2026-05-13T04:33:47Z</dcterms:modified>
</cp:coreProperties>
</file>